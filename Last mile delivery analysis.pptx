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61" r:id="rId3"/>
    <p:sldId id="258" r:id="rId4"/>
    <p:sldId id="262" r:id="rId5"/>
    <p:sldId id="263" r:id="rId6"/>
    <p:sldId id="264" r:id="rId7"/>
    <p:sldId id="267" r:id="rId8"/>
    <p:sldId id="268" r:id="rId9"/>
    <p:sldId id="279" r:id="rId10"/>
    <p:sldId id="280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59" r:id="rId22"/>
  </p:sldIdLst>
  <p:sldSz cx="12192000" cy="6858000"/>
  <p:notesSz cx="6858000" cy="9144000"/>
  <p:embeddedFontLst>
    <p:embeddedFont>
      <p:font typeface="Aptos Narrow" panose="020B0004020202020204" pitchFamily="34" charset="0"/>
      <p:regular r:id="rId24"/>
      <p:bold r:id="rId25"/>
      <p:italic r:id="rId26"/>
      <p:boldItalic r:id="rId27"/>
    </p:embeddedFont>
    <p:embeddedFont>
      <p:font typeface="Libre Baskerville" panose="020000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hOJMYRtMJHTmKh9+lTrbj+exko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B9BDA2-EB89-47F8-8528-33C72741275F}" v="99" dt="2026-09-09T10:21:21.7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customschemas.google.com/relationships/presentationmetadata" Target="meta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vani Challa" userId="b7aba7850f583140" providerId="LiveId" clId="{F011CCF1-B13C-41B0-B5B5-FDD71405C85D}"/>
    <pc:docChg chg="undo custSel addSld delSld modSld sldOrd">
      <pc:chgData name="Sivani Challa" userId="b7aba7850f583140" providerId="LiveId" clId="{F011CCF1-B13C-41B0-B5B5-FDD71405C85D}" dt="2026-09-09T10:23:09.371" v="3120" actId="20577"/>
      <pc:docMkLst>
        <pc:docMk/>
      </pc:docMkLst>
      <pc:sldChg chg="modSp mod">
        <pc:chgData name="Sivani Challa" userId="b7aba7850f583140" providerId="LiveId" clId="{F011CCF1-B13C-41B0-B5B5-FDD71405C85D}" dt="2026-09-09T09:32:25.289" v="3114" actId="1036"/>
        <pc:sldMkLst>
          <pc:docMk/>
          <pc:sldMk cId="0" sldId="256"/>
        </pc:sldMkLst>
        <pc:spChg chg="mod">
          <ac:chgData name="Sivani Challa" userId="b7aba7850f583140" providerId="LiveId" clId="{F011CCF1-B13C-41B0-B5B5-FDD71405C85D}" dt="2026-09-09T09:18:46.818" v="3109" actId="255"/>
          <ac:spMkLst>
            <pc:docMk/>
            <pc:sldMk cId="0" sldId="256"/>
            <ac:spMk id="99" creationId="{00000000-0000-0000-0000-000000000000}"/>
          </ac:spMkLst>
        </pc:spChg>
        <pc:picChg chg="mod">
          <ac:chgData name="Sivani Challa" userId="b7aba7850f583140" providerId="LiveId" clId="{F011CCF1-B13C-41B0-B5B5-FDD71405C85D}" dt="2026-09-09T09:32:25.289" v="3114" actId="1036"/>
          <ac:picMkLst>
            <pc:docMk/>
            <pc:sldMk cId="0" sldId="256"/>
            <ac:picMk id="98" creationId="{00000000-0000-0000-0000-000000000000}"/>
          </ac:picMkLst>
        </pc:picChg>
      </pc:sldChg>
      <pc:sldChg chg="addSp modSp mod">
        <pc:chgData name="Sivani Challa" userId="b7aba7850f583140" providerId="LiveId" clId="{F011CCF1-B13C-41B0-B5B5-FDD71405C85D}" dt="2026-09-07T15:31:14.758" v="2687" actId="14100"/>
        <pc:sldMkLst>
          <pc:docMk/>
          <pc:sldMk cId="0" sldId="258"/>
        </pc:sldMkLst>
        <pc:spChg chg="mod">
          <ac:chgData name="Sivani Challa" userId="b7aba7850f583140" providerId="LiveId" clId="{F011CCF1-B13C-41B0-B5B5-FDD71405C85D}" dt="2026-09-07T15:31:00.541" v="2684" actId="14100"/>
          <ac:spMkLst>
            <pc:docMk/>
            <pc:sldMk cId="0" sldId="258"/>
            <ac:spMk id="110" creationId="{00000000-0000-0000-0000-000000000000}"/>
          </ac:spMkLst>
        </pc:spChg>
        <pc:spChg chg="mod">
          <ac:chgData name="Sivani Challa" userId="b7aba7850f583140" providerId="LiveId" clId="{F011CCF1-B13C-41B0-B5B5-FDD71405C85D}" dt="2026-09-07T15:31:04.490" v="2685" actId="14100"/>
          <ac:spMkLst>
            <pc:docMk/>
            <pc:sldMk cId="0" sldId="258"/>
            <ac:spMk id="111" creationId="{00000000-0000-0000-0000-000000000000}"/>
          </ac:spMkLst>
        </pc:spChg>
        <pc:cxnChg chg="add mod">
          <ac:chgData name="Sivani Challa" userId="b7aba7850f583140" providerId="LiveId" clId="{F011CCF1-B13C-41B0-B5B5-FDD71405C85D}" dt="2026-09-07T15:31:14.758" v="2687" actId="14100"/>
          <ac:cxnSpMkLst>
            <pc:docMk/>
            <pc:sldMk cId="0" sldId="258"/>
            <ac:cxnSpMk id="3" creationId="{206CAC3C-4960-6BE7-4C01-9A2C27CC8809}"/>
          </ac:cxnSpMkLst>
        </pc:cxnChg>
      </pc:sldChg>
      <pc:sldChg chg="modSp mod">
        <pc:chgData name="Sivani Challa" userId="b7aba7850f583140" providerId="LiveId" clId="{F011CCF1-B13C-41B0-B5B5-FDD71405C85D}" dt="2026-09-09T10:23:09.371" v="3120" actId="20577"/>
        <pc:sldMkLst>
          <pc:docMk/>
          <pc:sldMk cId="3587704121" sldId="261"/>
        </pc:sldMkLst>
        <pc:spChg chg="mod">
          <ac:chgData name="Sivani Challa" userId="b7aba7850f583140" providerId="LiveId" clId="{F011CCF1-B13C-41B0-B5B5-FDD71405C85D}" dt="2026-09-09T10:23:09.371" v="3120" actId="20577"/>
          <ac:spMkLst>
            <pc:docMk/>
            <pc:sldMk cId="3587704121" sldId="261"/>
            <ac:spMk id="3" creationId="{36D4C746-9B39-2B05-6828-4442E324091C}"/>
          </ac:spMkLst>
        </pc:spChg>
        <pc:spChg chg="mod">
          <ac:chgData name="Sivani Challa" userId="b7aba7850f583140" providerId="LiveId" clId="{F011CCF1-B13C-41B0-B5B5-FDD71405C85D}" dt="2026-09-09T10:20:52.584" v="3118" actId="113"/>
          <ac:spMkLst>
            <pc:docMk/>
            <pc:sldMk cId="3587704121" sldId="261"/>
            <ac:spMk id="4" creationId="{C5A9EE0C-A01B-7FC7-2751-38A2BF299599}"/>
          </ac:spMkLst>
        </pc:spChg>
      </pc:sldChg>
      <pc:sldChg chg="addSp modSp new mod">
        <pc:chgData name="Sivani Challa" userId="b7aba7850f583140" providerId="LiveId" clId="{F011CCF1-B13C-41B0-B5B5-FDD71405C85D}" dt="2026-09-07T07:29:42.454" v="356" actId="1076"/>
        <pc:sldMkLst>
          <pc:docMk/>
          <pc:sldMk cId="2915466658" sldId="262"/>
        </pc:sldMkLst>
        <pc:spChg chg="mod">
          <ac:chgData name="Sivani Challa" userId="b7aba7850f583140" providerId="LiveId" clId="{F011CCF1-B13C-41B0-B5B5-FDD71405C85D}" dt="2026-09-07T06:32:43.707" v="28" actId="207"/>
          <ac:spMkLst>
            <pc:docMk/>
            <pc:sldMk cId="2915466658" sldId="262"/>
            <ac:spMk id="2" creationId="{823337F9-F8FD-C1B2-F252-AAECF8B6871C}"/>
          </ac:spMkLst>
        </pc:spChg>
        <pc:spChg chg="mod">
          <ac:chgData name="Sivani Challa" userId="b7aba7850f583140" providerId="LiveId" clId="{F011CCF1-B13C-41B0-B5B5-FDD71405C85D}" dt="2026-09-07T07:29:42.454" v="356" actId="1076"/>
          <ac:spMkLst>
            <pc:docMk/>
            <pc:sldMk cId="2915466658" sldId="262"/>
            <ac:spMk id="3" creationId="{6CB72C1E-6756-6F73-6DDE-222A8917DF4B}"/>
          </ac:spMkLst>
        </pc:spChg>
        <pc:cxnChg chg="add mod">
          <ac:chgData name="Sivani Challa" userId="b7aba7850f583140" providerId="LiveId" clId="{F011CCF1-B13C-41B0-B5B5-FDD71405C85D}" dt="2026-09-07T06:54:18.908" v="91" actId="13822"/>
          <ac:cxnSpMkLst>
            <pc:docMk/>
            <pc:sldMk cId="2915466658" sldId="262"/>
            <ac:cxnSpMk id="5" creationId="{7C6DDA60-1A5C-2338-E0A3-EF54E4C5F982}"/>
          </ac:cxnSpMkLst>
        </pc:cxnChg>
      </pc:sldChg>
      <pc:sldChg chg="addSp delSp modSp new mod">
        <pc:chgData name="Sivani Challa" userId="b7aba7850f583140" providerId="LiveId" clId="{F011CCF1-B13C-41B0-B5B5-FDD71405C85D}" dt="2026-09-07T15:50:18.018" v="2846" actId="2711"/>
        <pc:sldMkLst>
          <pc:docMk/>
          <pc:sldMk cId="2191542897" sldId="263"/>
        </pc:sldMkLst>
        <pc:spChg chg="mod">
          <ac:chgData name="Sivani Challa" userId="b7aba7850f583140" providerId="LiveId" clId="{F011CCF1-B13C-41B0-B5B5-FDD71405C85D}" dt="2026-09-07T07:16:23.293" v="209" actId="1076"/>
          <ac:spMkLst>
            <pc:docMk/>
            <pc:sldMk cId="2191542897" sldId="263"/>
            <ac:spMk id="2" creationId="{F3C381F1-7D67-49AE-A009-B28FEF4A51C8}"/>
          </ac:spMkLst>
        </pc:spChg>
        <pc:spChg chg="mod">
          <ac:chgData name="Sivani Challa" userId="b7aba7850f583140" providerId="LiveId" clId="{F011CCF1-B13C-41B0-B5B5-FDD71405C85D}" dt="2026-09-07T15:50:18.018" v="2846" actId="2711"/>
          <ac:spMkLst>
            <pc:docMk/>
            <pc:sldMk cId="2191542897" sldId="263"/>
            <ac:spMk id="3" creationId="{67EEB3E6-A930-2B91-5898-F10F6CBD6A2A}"/>
          </ac:spMkLst>
        </pc:spChg>
        <pc:picChg chg="add mod">
          <ac:chgData name="Sivani Challa" userId="b7aba7850f583140" providerId="LiveId" clId="{F011CCF1-B13C-41B0-B5B5-FDD71405C85D}" dt="2026-09-07T07:25:48.164" v="341" actId="1076"/>
          <ac:picMkLst>
            <pc:docMk/>
            <pc:sldMk cId="2191542897" sldId="263"/>
            <ac:picMk id="8" creationId="{6D90239E-5AD2-A69C-47B7-743EBA8A7504}"/>
          </ac:picMkLst>
        </pc:picChg>
        <pc:cxnChg chg="add mod">
          <ac:chgData name="Sivani Challa" userId="b7aba7850f583140" providerId="LiveId" clId="{F011CCF1-B13C-41B0-B5B5-FDD71405C85D}" dt="2026-09-07T07:16:50.450" v="211" actId="13822"/>
          <ac:cxnSpMkLst>
            <pc:docMk/>
            <pc:sldMk cId="2191542897" sldId="263"/>
            <ac:cxnSpMk id="5" creationId="{DA1C0A97-C177-FFA0-1DA0-B1E3785EB3B4}"/>
          </ac:cxnSpMkLst>
        </pc:cxnChg>
      </pc:sldChg>
      <pc:sldChg chg="addSp delSp modSp new mod">
        <pc:chgData name="Sivani Challa" userId="b7aba7850f583140" providerId="LiveId" clId="{F011CCF1-B13C-41B0-B5B5-FDD71405C85D}" dt="2026-09-07T17:30:20.102" v="3044"/>
        <pc:sldMkLst>
          <pc:docMk/>
          <pc:sldMk cId="89047901" sldId="264"/>
        </pc:sldMkLst>
        <pc:spChg chg="mod">
          <ac:chgData name="Sivani Challa" userId="b7aba7850f583140" providerId="LiveId" clId="{F011CCF1-B13C-41B0-B5B5-FDD71405C85D}" dt="2026-09-07T17:30:20.102" v="3044"/>
          <ac:spMkLst>
            <pc:docMk/>
            <pc:sldMk cId="89047901" sldId="264"/>
            <ac:spMk id="2" creationId="{CC2F1217-A2D1-087D-6DA4-B275474B45D1}"/>
          </ac:spMkLst>
        </pc:spChg>
        <pc:spChg chg="mod">
          <ac:chgData name="Sivani Challa" userId="b7aba7850f583140" providerId="LiveId" clId="{F011CCF1-B13C-41B0-B5B5-FDD71405C85D}" dt="2026-09-07T15:52:21.841" v="2865" actId="20577"/>
          <ac:spMkLst>
            <pc:docMk/>
            <pc:sldMk cId="89047901" sldId="264"/>
            <ac:spMk id="3" creationId="{70260838-36AE-5EEB-C8BD-323238BF128E}"/>
          </ac:spMkLst>
        </pc:spChg>
        <pc:spChg chg="add mod">
          <ac:chgData name="Sivani Challa" userId="b7aba7850f583140" providerId="LiveId" clId="{F011CCF1-B13C-41B0-B5B5-FDD71405C85D}" dt="2026-09-07T17:16:18.295" v="2906" actId="1076"/>
          <ac:spMkLst>
            <pc:docMk/>
            <pc:sldMk cId="89047901" sldId="264"/>
            <ac:spMk id="4" creationId="{2267B8D0-41C8-91D3-94F2-44CAA7712F0A}"/>
          </ac:spMkLst>
        </pc:spChg>
        <pc:spChg chg="add mod">
          <ac:chgData name="Sivani Challa" userId="b7aba7850f583140" providerId="LiveId" clId="{F011CCF1-B13C-41B0-B5B5-FDD71405C85D}" dt="2026-09-07T17:16:39.478" v="2908" actId="1076"/>
          <ac:spMkLst>
            <pc:docMk/>
            <pc:sldMk cId="89047901" sldId="264"/>
            <ac:spMk id="6" creationId="{2C1E8989-969F-D69A-BB8C-56D43131DFD3}"/>
          </ac:spMkLst>
        </pc:spChg>
        <pc:spChg chg="add mod">
          <ac:chgData name="Sivani Challa" userId="b7aba7850f583140" providerId="LiveId" clId="{F011CCF1-B13C-41B0-B5B5-FDD71405C85D}" dt="2026-09-07T17:16:59.601" v="2911" actId="1076"/>
          <ac:spMkLst>
            <pc:docMk/>
            <pc:sldMk cId="89047901" sldId="264"/>
            <ac:spMk id="7" creationId="{0D385A93-3D78-29D5-B5DA-FB36461C37E8}"/>
          </ac:spMkLst>
        </pc:spChg>
        <pc:spChg chg="add mod">
          <ac:chgData name="Sivani Challa" userId="b7aba7850f583140" providerId="LiveId" clId="{F011CCF1-B13C-41B0-B5B5-FDD71405C85D}" dt="2026-09-07T17:17:18.434" v="2913" actId="1076"/>
          <ac:spMkLst>
            <pc:docMk/>
            <pc:sldMk cId="89047901" sldId="264"/>
            <ac:spMk id="8" creationId="{11ED285F-F90D-0E22-AB72-F3BE27342E4D}"/>
          </ac:spMkLst>
        </pc:spChg>
        <pc:spChg chg="add mod">
          <ac:chgData name="Sivani Challa" userId="b7aba7850f583140" providerId="LiveId" clId="{F011CCF1-B13C-41B0-B5B5-FDD71405C85D}" dt="2026-09-07T17:17:27.235" v="2914" actId="1076"/>
          <ac:spMkLst>
            <pc:docMk/>
            <pc:sldMk cId="89047901" sldId="264"/>
            <ac:spMk id="9" creationId="{4EDEC99B-3B2F-5C61-D2A6-930A36D23805}"/>
          </ac:spMkLst>
        </pc:spChg>
        <pc:spChg chg="add mod">
          <ac:chgData name="Sivani Challa" userId="b7aba7850f583140" providerId="LiveId" clId="{F011CCF1-B13C-41B0-B5B5-FDD71405C85D}" dt="2026-09-07T17:17:32.614" v="2915" actId="1076"/>
          <ac:spMkLst>
            <pc:docMk/>
            <pc:sldMk cId="89047901" sldId="264"/>
            <ac:spMk id="10" creationId="{80F3D6C6-A297-B530-E5DF-7D8F75AB1F31}"/>
          </ac:spMkLst>
        </pc:spChg>
        <pc:spChg chg="add mod">
          <ac:chgData name="Sivani Challa" userId="b7aba7850f583140" providerId="LiveId" clId="{F011CCF1-B13C-41B0-B5B5-FDD71405C85D}" dt="2026-09-07T15:52:54.363" v="2868" actId="2711"/>
          <ac:spMkLst>
            <pc:docMk/>
            <pc:sldMk cId="89047901" sldId="264"/>
            <ac:spMk id="11" creationId="{8DF4A4AF-3FFA-9C3C-AA4F-960E0EFD7F11}"/>
          </ac:spMkLst>
        </pc:spChg>
        <pc:spChg chg="add mod">
          <ac:chgData name="Sivani Challa" userId="b7aba7850f583140" providerId="LiveId" clId="{F011CCF1-B13C-41B0-B5B5-FDD71405C85D}" dt="2026-09-07T15:53:01.082" v="2869" actId="2711"/>
          <ac:spMkLst>
            <pc:docMk/>
            <pc:sldMk cId="89047901" sldId="264"/>
            <ac:spMk id="12" creationId="{51E38C7E-A3D3-02B9-4334-EB4D8BEEEA56}"/>
          </ac:spMkLst>
        </pc:spChg>
        <pc:spChg chg="add mod">
          <ac:chgData name="Sivani Challa" userId="b7aba7850f583140" providerId="LiveId" clId="{F011CCF1-B13C-41B0-B5B5-FDD71405C85D}" dt="2026-09-07T15:53:07" v="2870" actId="2711"/>
          <ac:spMkLst>
            <pc:docMk/>
            <pc:sldMk cId="89047901" sldId="264"/>
            <ac:spMk id="13" creationId="{A003FC91-22AC-FA0F-7F0C-A2387290B8D2}"/>
          </ac:spMkLst>
        </pc:spChg>
        <pc:spChg chg="add mod">
          <ac:chgData name="Sivani Challa" userId="b7aba7850f583140" providerId="LiveId" clId="{F011CCF1-B13C-41B0-B5B5-FDD71405C85D}" dt="2026-09-07T15:53:15.438" v="2871" actId="2711"/>
          <ac:spMkLst>
            <pc:docMk/>
            <pc:sldMk cId="89047901" sldId="264"/>
            <ac:spMk id="14" creationId="{4CD7D8AC-D23E-2D3F-56E0-26F5FE2AAC96}"/>
          </ac:spMkLst>
        </pc:spChg>
        <pc:spChg chg="add mod">
          <ac:chgData name="Sivani Challa" userId="b7aba7850f583140" providerId="LiveId" clId="{F011CCF1-B13C-41B0-B5B5-FDD71405C85D}" dt="2026-09-07T15:53:22.660" v="2872" actId="2711"/>
          <ac:spMkLst>
            <pc:docMk/>
            <pc:sldMk cId="89047901" sldId="264"/>
            <ac:spMk id="15" creationId="{CCB78F0F-E2C6-0320-DE39-AA0A92D8683F}"/>
          </ac:spMkLst>
        </pc:spChg>
        <pc:spChg chg="add mod">
          <ac:chgData name="Sivani Challa" userId="b7aba7850f583140" providerId="LiveId" clId="{F011CCF1-B13C-41B0-B5B5-FDD71405C85D}" dt="2026-09-07T15:53:29.624" v="2873" actId="2711"/>
          <ac:spMkLst>
            <pc:docMk/>
            <pc:sldMk cId="89047901" sldId="264"/>
            <ac:spMk id="16" creationId="{57BC06F9-D409-4B5E-DF85-ED3562322BEA}"/>
          </ac:spMkLst>
        </pc:spChg>
        <pc:cxnChg chg="add mod">
          <ac:chgData name="Sivani Challa" userId="b7aba7850f583140" providerId="LiveId" clId="{F011CCF1-B13C-41B0-B5B5-FDD71405C85D}" dt="2026-09-07T08:13:34.188" v="1074" actId="13822"/>
          <ac:cxnSpMkLst>
            <pc:docMk/>
            <pc:sldMk cId="89047901" sldId="264"/>
            <ac:cxnSpMk id="18" creationId="{4BD57ECA-F4F4-8223-AF10-C7C22A2F86D5}"/>
          </ac:cxnSpMkLst>
        </pc:cxnChg>
      </pc:sldChg>
      <pc:sldChg chg="addSp delSp modSp new mod ord">
        <pc:chgData name="Sivani Challa" userId="b7aba7850f583140" providerId="LiveId" clId="{F011CCF1-B13C-41B0-B5B5-FDD71405C85D}" dt="2026-09-07T15:54:26.087" v="2878" actId="2711"/>
        <pc:sldMkLst>
          <pc:docMk/>
          <pc:sldMk cId="3185808324" sldId="267"/>
        </pc:sldMkLst>
        <pc:spChg chg="mod">
          <ac:chgData name="Sivani Challa" userId="b7aba7850f583140" providerId="LiveId" clId="{F011CCF1-B13C-41B0-B5B5-FDD71405C85D}" dt="2026-09-07T10:35:02.958" v="1611" actId="14100"/>
          <ac:spMkLst>
            <pc:docMk/>
            <pc:sldMk cId="3185808324" sldId="267"/>
            <ac:spMk id="2" creationId="{6DA03C99-DD9E-E897-ED08-D49A5B92EF1A}"/>
          </ac:spMkLst>
        </pc:spChg>
        <pc:spChg chg="mod">
          <ac:chgData name="Sivani Challa" userId="b7aba7850f583140" providerId="LiveId" clId="{F011CCF1-B13C-41B0-B5B5-FDD71405C85D}" dt="2026-09-07T13:09:08.330" v="1767" actId="27636"/>
          <ac:spMkLst>
            <pc:docMk/>
            <pc:sldMk cId="3185808324" sldId="267"/>
            <ac:spMk id="3" creationId="{0B508729-1F92-4F3B-48E2-04FDE3AF52FD}"/>
          </ac:spMkLst>
        </pc:spChg>
        <pc:graphicFrameChg chg="add mod modGraphic">
          <ac:chgData name="Sivani Challa" userId="b7aba7850f583140" providerId="LiveId" clId="{F011CCF1-B13C-41B0-B5B5-FDD71405C85D}" dt="2026-09-07T15:54:12.816" v="2877" actId="2711"/>
          <ac:graphicFrameMkLst>
            <pc:docMk/>
            <pc:sldMk cId="3185808324" sldId="267"/>
            <ac:graphicFrameMk id="4" creationId="{33C911EB-2099-F1E0-9F4D-F463464DFADD}"/>
          </ac:graphicFrameMkLst>
        </pc:graphicFrameChg>
        <pc:graphicFrameChg chg="add mod modGraphic">
          <ac:chgData name="Sivani Challa" userId="b7aba7850f583140" providerId="LiveId" clId="{F011CCF1-B13C-41B0-B5B5-FDD71405C85D}" dt="2026-09-07T15:53:52.450" v="2874" actId="2711"/>
          <ac:graphicFrameMkLst>
            <pc:docMk/>
            <pc:sldMk cId="3185808324" sldId="267"/>
            <ac:graphicFrameMk id="5" creationId="{3574A324-70D4-E978-D136-A7102D30DC82}"/>
          </ac:graphicFrameMkLst>
        </pc:graphicFrameChg>
        <pc:graphicFrameChg chg="add mod modGraphic">
          <ac:chgData name="Sivani Challa" userId="b7aba7850f583140" providerId="LiveId" clId="{F011CCF1-B13C-41B0-B5B5-FDD71405C85D}" dt="2026-09-07T15:54:26.087" v="2878" actId="2711"/>
          <ac:graphicFrameMkLst>
            <pc:docMk/>
            <pc:sldMk cId="3185808324" sldId="267"/>
            <ac:graphicFrameMk id="6" creationId="{9C1D92AD-E7B1-1A9D-6A8F-3DFECF1ED25F}"/>
          </ac:graphicFrameMkLst>
        </pc:graphicFrameChg>
        <pc:cxnChg chg="add mod">
          <ac:chgData name="Sivani Challa" userId="b7aba7850f583140" providerId="LiveId" clId="{F011CCF1-B13C-41B0-B5B5-FDD71405C85D}" dt="2026-09-07T10:37:08.900" v="1625" actId="13822"/>
          <ac:cxnSpMkLst>
            <pc:docMk/>
            <pc:sldMk cId="3185808324" sldId="267"/>
            <ac:cxnSpMk id="9" creationId="{59D63134-7026-8B98-BE50-1E4662282822}"/>
          </ac:cxnSpMkLst>
        </pc:cxnChg>
      </pc:sldChg>
      <pc:sldChg chg="addSp delSp modSp new mod">
        <pc:chgData name="Sivani Challa" userId="b7aba7850f583140" providerId="LiveId" clId="{F011CCF1-B13C-41B0-B5B5-FDD71405C85D}" dt="2026-09-07T13:29:46.124" v="1854" actId="13822"/>
        <pc:sldMkLst>
          <pc:docMk/>
          <pc:sldMk cId="1104720661" sldId="268"/>
        </pc:sldMkLst>
        <pc:spChg chg="mod">
          <ac:chgData name="Sivani Challa" userId="b7aba7850f583140" providerId="LiveId" clId="{F011CCF1-B13C-41B0-B5B5-FDD71405C85D}" dt="2026-09-07T13:22:58.349" v="1816" actId="1076"/>
          <ac:spMkLst>
            <pc:docMk/>
            <pc:sldMk cId="1104720661" sldId="268"/>
            <ac:spMk id="2" creationId="{DBBA53EB-D397-112D-600E-FC52C8D79C8D}"/>
          </ac:spMkLst>
        </pc:spChg>
        <pc:spChg chg="mod">
          <ac:chgData name="Sivani Challa" userId="b7aba7850f583140" providerId="LiveId" clId="{F011CCF1-B13C-41B0-B5B5-FDD71405C85D}" dt="2026-09-07T13:28:06.785" v="1851" actId="20577"/>
          <ac:spMkLst>
            <pc:docMk/>
            <pc:sldMk cId="1104720661" sldId="268"/>
            <ac:spMk id="3" creationId="{C3767DA0-C3C1-82B0-32C6-E8EE756E8F21}"/>
          </ac:spMkLst>
        </pc:spChg>
        <pc:picChg chg="add mod">
          <ac:chgData name="Sivani Challa" userId="b7aba7850f583140" providerId="LiveId" clId="{F011CCF1-B13C-41B0-B5B5-FDD71405C85D}" dt="2026-09-07T13:26:42.159" v="1843" actId="14100"/>
          <ac:picMkLst>
            <pc:docMk/>
            <pc:sldMk cId="1104720661" sldId="268"/>
            <ac:picMk id="7" creationId="{66B08F61-9696-DD2F-7B28-F1A89524B786}"/>
          </ac:picMkLst>
        </pc:picChg>
        <pc:cxnChg chg="add mod">
          <ac:chgData name="Sivani Challa" userId="b7aba7850f583140" providerId="LiveId" clId="{F011CCF1-B13C-41B0-B5B5-FDD71405C85D}" dt="2026-09-07T13:29:46.124" v="1854" actId="13822"/>
          <ac:cxnSpMkLst>
            <pc:docMk/>
            <pc:sldMk cId="1104720661" sldId="268"/>
            <ac:cxnSpMk id="9" creationId="{5FB0D7AC-9B23-2317-A9E9-E31BC8DE422A}"/>
          </ac:cxnSpMkLst>
        </pc:cxnChg>
      </pc:sldChg>
      <pc:sldChg chg="addSp modSp new mod">
        <pc:chgData name="Sivani Challa" userId="b7aba7850f583140" providerId="LiveId" clId="{F011CCF1-B13C-41B0-B5B5-FDD71405C85D}" dt="2026-09-07T15:56:55.977" v="2888" actId="255"/>
        <pc:sldMkLst>
          <pc:docMk/>
          <pc:sldMk cId="269444378" sldId="269"/>
        </pc:sldMkLst>
        <pc:spChg chg="mod">
          <ac:chgData name="Sivani Challa" userId="b7aba7850f583140" providerId="LiveId" clId="{F011CCF1-B13C-41B0-B5B5-FDD71405C85D}" dt="2026-09-07T14:06:49.514" v="1966" actId="20577"/>
          <ac:spMkLst>
            <pc:docMk/>
            <pc:sldMk cId="269444378" sldId="269"/>
            <ac:spMk id="2" creationId="{247851C3-AFC4-B6F1-CF6D-C69EE459A912}"/>
          </ac:spMkLst>
        </pc:spChg>
        <pc:spChg chg="mod">
          <ac:chgData name="Sivani Challa" userId="b7aba7850f583140" providerId="LiveId" clId="{F011CCF1-B13C-41B0-B5B5-FDD71405C85D}" dt="2026-09-07T15:56:55.977" v="2888" actId="255"/>
          <ac:spMkLst>
            <pc:docMk/>
            <pc:sldMk cId="269444378" sldId="269"/>
            <ac:spMk id="3" creationId="{8C1D4849-2935-8FDA-3C19-9BA3AD2CA13F}"/>
          </ac:spMkLst>
        </pc:spChg>
        <pc:picChg chg="add mod">
          <ac:chgData name="Sivani Challa" userId="b7aba7850f583140" providerId="LiveId" clId="{F011CCF1-B13C-41B0-B5B5-FDD71405C85D}" dt="2026-09-07T14:04:53.768" v="1953" actId="1076"/>
          <ac:picMkLst>
            <pc:docMk/>
            <pc:sldMk cId="269444378" sldId="269"/>
            <ac:picMk id="5" creationId="{387E6DFB-E1F1-D021-4B4E-958C9B95B3BD}"/>
          </ac:picMkLst>
        </pc:picChg>
        <pc:picChg chg="add mod">
          <ac:chgData name="Sivani Challa" userId="b7aba7850f583140" providerId="LiveId" clId="{F011CCF1-B13C-41B0-B5B5-FDD71405C85D}" dt="2026-09-07T14:04:46.027" v="1951" actId="1076"/>
          <ac:picMkLst>
            <pc:docMk/>
            <pc:sldMk cId="269444378" sldId="269"/>
            <ac:picMk id="7" creationId="{DD907965-1DF3-ED61-FD54-7B709BAF2723}"/>
          </ac:picMkLst>
        </pc:picChg>
        <pc:picChg chg="add mod">
          <ac:chgData name="Sivani Challa" userId="b7aba7850f583140" providerId="LiveId" clId="{F011CCF1-B13C-41B0-B5B5-FDD71405C85D}" dt="2026-09-07T14:04:50.704" v="1952" actId="1076"/>
          <ac:picMkLst>
            <pc:docMk/>
            <pc:sldMk cId="269444378" sldId="269"/>
            <ac:picMk id="9" creationId="{3463AE97-E7F4-D005-1326-5AD251CBA3E3}"/>
          </ac:picMkLst>
        </pc:picChg>
        <pc:picChg chg="add mod">
          <ac:chgData name="Sivani Challa" userId="b7aba7850f583140" providerId="LiveId" clId="{F011CCF1-B13C-41B0-B5B5-FDD71405C85D}" dt="2026-09-07T14:04:42.592" v="1950" actId="1076"/>
          <ac:picMkLst>
            <pc:docMk/>
            <pc:sldMk cId="269444378" sldId="269"/>
            <ac:picMk id="11" creationId="{CF88FD83-966A-9FFB-43F6-2F2A08621421}"/>
          </ac:picMkLst>
        </pc:picChg>
        <pc:cxnChg chg="add mod">
          <ac:chgData name="Sivani Challa" userId="b7aba7850f583140" providerId="LiveId" clId="{F011CCF1-B13C-41B0-B5B5-FDD71405C85D}" dt="2026-09-07T14:05:25.218" v="1957" actId="1076"/>
          <ac:cxnSpMkLst>
            <pc:docMk/>
            <pc:sldMk cId="269444378" sldId="269"/>
            <ac:cxnSpMk id="13" creationId="{5CCCDFDE-D71C-DE26-104D-5BADDFB334CF}"/>
          </ac:cxnSpMkLst>
        </pc:cxnChg>
      </pc:sldChg>
      <pc:sldChg chg="addSp modSp new mod ord">
        <pc:chgData name="Sivani Challa" userId="b7aba7850f583140" providerId="LiveId" clId="{F011CCF1-B13C-41B0-B5B5-FDD71405C85D}" dt="2026-09-07T14:19:03.673" v="2097" actId="13822"/>
        <pc:sldMkLst>
          <pc:docMk/>
          <pc:sldMk cId="521212825" sldId="270"/>
        </pc:sldMkLst>
        <pc:spChg chg="mod">
          <ac:chgData name="Sivani Challa" userId="b7aba7850f583140" providerId="LiveId" clId="{F011CCF1-B13C-41B0-B5B5-FDD71405C85D}" dt="2026-09-07T14:08:01.626" v="2005" actId="14100"/>
          <ac:spMkLst>
            <pc:docMk/>
            <pc:sldMk cId="521212825" sldId="270"/>
            <ac:spMk id="2" creationId="{B1015AE5-ADD6-F7A8-A1D7-01FAF4166801}"/>
          </ac:spMkLst>
        </pc:spChg>
        <pc:spChg chg="mod">
          <ac:chgData name="Sivani Challa" userId="b7aba7850f583140" providerId="LiveId" clId="{F011CCF1-B13C-41B0-B5B5-FDD71405C85D}" dt="2026-09-07T14:18:21.147" v="2093" actId="27636"/>
          <ac:spMkLst>
            <pc:docMk/>
            <pc:sldMk cId="521212825" sldId="270"/>
            <ac:spMk id="3" creationId="{E222CD11-20FC-0BB1-42D7-2FA31C68E123}"/>
          </ac:spMkLst>
        </pc:spChg>
        <pc:picChg chg="add mod">
          <ac:chgData name="Sivani Challa" userId="b7aba7850f583140" providerId="LiveId" clId="{F011CCF1-B13C-41B0-B5B5-FDD71405C85D}" dt="2026-09-07T14:11:13.450" v="2014" actId="14100"/>
          <ac:picMkLst>
            <pc:docMk/>
            <pc:sldMk cId="521212825" sldId="270"/>
            <ac:picMk id="5" creationId="{50CA7662-EDEA-ED4B-2885-0EF15891CEFF}"/>
          </ac:picMkLst>
        </pc:picChg>
        <pc:picChg chg="add mod">
          <ac:chgData name="Sivani Challa" userId="b7aba7850f583140" providerId="LiveId" clId="{F011CCF1-B13C-41B0-B5B5-FDD71405C85D}" dt="2026-09-07T14:11:05.120" v="2013" actId="1076"/>
          <ac:picMkLst>
            <pc:docMk/>
            <pc:sldMk cId="521212825" sldId="270"/>
            <ac:picMk id="7" creationId="{CCBCEDE0-7642-B6E0-DB9D-FE457D2A8F87}"/>
          </ac:picMkLst>
        </pc:picChg>
        <pc:cxnChg chg="add mod">
          <ac:chgData name="Sivani Challa" userId="b7aba7850f583140" providerId="LiveId" clId="{F011CCF1-B13C-41B0-B5B5-FDD71405C85D}" dt="2026-09-07T14:19:03.673" v="2097" actId="13822"/>
          <ac:cxnSpMkLst>
            <pc:docMk/>
            <pc:sldMk cId="521212825" sldId="270"/>
            <ac:cxnSpMk id="9" creationId="{8E1D53D9-9956-46D6-A8C8-F7975C16FD9B}"/>
          </ac:cxnSpMkLst>
        </pc:cxnChg>
      </pc:sldChg>
      <pc:sldChg chg="addSp delSp modSp new mod">
        <pc:chgData name="Sivani Challa" userId="b7aba7850f583140" providerId="LiveId" clId="{F011CCF1-B13C-41B0-B5B5-FDD71405C85D}" dt="2026-09-07T14:32:56.088" v="2238" actId="13822"/>
        <pc:sldMkLst>
          <pc:docMk/>
          <pc:sldMk cId="934163196" sldId="271"/>
        </pc:sldMkLst>
        <pc:spChg chg="mod">
          <ac:chgData name="Sivani Challa" userId="b7aba7850f583140" providerId="LiveId" clId="{F011CCF1-B13C-41B0-B5B5-FDD71405C85D}" dt="2026-09-07T14:20:31.182" v="2125" actId="14100"/>
          <ac:spMkLst>
            <pc:docMk/>
            <pc:sldMk cId="934163196" sldId="271"/>
            <ac:spMk id="2" creationId="{3D02DF11-1ECF-A399-B783-787D9A6344BB}"/>
          </ac:spMkLst>
        </pc:spChg>
        <pc:spChg chg="mod">
          <ac:chgData name="Sivani Challa" userId="b7aba7850f583140" providerId="LiveId" clId="{F011CCF1-B13C-41B0-B5B5-FDD71405C85D}" dt="2026-09-07T14:31:08.791" v="2199" actId="255"/>
          <ac:spMkLst>
            <pc:docMk/>
            <pc:sldMk cId="934163196" sldId="271"/>
            <ac:spMk id="3" creationId="{C25C0944-89C4-B2F7-1A7D-15A944DD956F}"/>
          </ac:spMkLst>
        </pc:spChg>
        <pc:picChg chg="add mod">
          <ac:chgData name="Sivani Challa" userId="b7aba7850f583140" providerId="LiveId" clId="{F011CCF1-B13C-41B0-B5B5-FDD71405C85D}" dt="2026-09-07T14:21:59.609" v="2133" actId="1076"/>
          <ac:picMkLst>
            <pc:docMk/>
            <pc:sldMk cId="934163196" sldId="271"/>
            <ac:picMk id="5" creationId="{4F044459-EFDD-F649-4941-4D8EE969E7B5}"/>
          </ac:picMkLst>
        </pc:picChg>
        <pc:picChg chg="add mod">
          <ac:chgData name="Sivani Challa" userId="b7aba7850f583140" providerId="LiveId" clId="{F011CCF1-B13C-41B0-B5B5-FDD71405C85D}" dt="2026-09-07T14:25:21.541" v="2140" actId="1076"/>
          <ac:picMkLst>
            <pc:docMk/>
            <pc:sldMk cId="934163196" sldId="271"/>
            <ac:picMk id="7" creationId="{783C4542-96BF-F27E-A92D-17C6535DD510}"/>
          </ac:picMkLst>
        </pc:picChg>
        <pc:picChg chg="add mod">
          <ac:chgData name="Sivani Challa" userId="b7aba7850f583140" providerId="LiveId" clId="{F011CCF1-B13C-41B0-B5B5-FDD71405C85D}" dt="2026-09-07T14:25:17.958" v="2139" actId="1076"/>
          <ac:picMkLst>
            <pc:docMk/>
            <pc:sldMk cId="934163196" sldId="271"/>
            <ac:picMk id="9" creationId="{747ADFD5-946F-822A-1393-73FAFA2251B6}"/>
          </ac:picMkLst>
        </pc:picChg>
        <pc:picChg chg="add mod">
          <ac:chgData name="Sivani Challa" userId="b7aba7850f583140" providerId="LiveId" clId="{F011CCF1-B13C-41B0-B5B5-FDD71405C85D}" dt="2026-09-07T14:27:43.391" v="2155" actId="1076"/>
          <ac:picMkLst>
            <pc:docMk/>
            <pc:sldMk cId="934163196" sldId="271"/>
            <ac:picMk id="13" creationId="{7D6C89CD-CA91-B6C9-DECF-0016B83CED50}"/>
          </ac:picMkLst>
        </pc:picChg>
        <pc:cxnChg chg="add mod">
          <ac:chgData name="Sivani Challa" userId="b7aba7850f583140" providerId="LiveId" clId="{F011CCF1-B13C-41B0-B5B5-FDD71405C85D}" dt="2026-09-07T14:32:56.088" v="2238" actId="13822"/>
          <ac:cxnSpMkLst>
            <pc:docMk/>
            <pc:sldMk cId="934163196" sldId="271"/>
            <ac:cxnSpMk id="15" creationId="{64C1D55E-C872-F3A0-1198-65D8292EDA35}"/>
          </ac:cxnSpMkLst>
        </pc:cxnChg>
      </pc:sldChg>
      <pc:sldChg chg="addSp modSp new mod">
        <pc:chgData name="Sivani Challa" userId="b7aba7850f583140" providerId="LiveId" clId="{F011CCF1-B13C-41B0-B5B5-FDD71405C85D}" dt="2026-09-07T17:20:37.456" v="2920" actId="14100"/>
        <pc:sldMkLst>
          <pc:docMk/>
          <pc:sldMk cId="3470889333" sldId="272"/>
        </pc:sldMkLst>
        <pc:spChg chg="mod">
          <ac:chgData name="Sivani Challa" userId="b7aba7850f583140" providerId="LiveId" clId="{F011CCF1-B13C-41B0-B5B5-FDD71405C85D}" dt="2026-09-07T14:32:38.938" v="2236" actId="1076"/>
          <ac:spMkLst>
            <pc:docMk/>
            <pc:sldMk cId="3470889333" sldId="272"/>
            <ac:spMk id="2" creationId="{4E619112-EBE5-1802-B929-D75D0D8E2305}"/>
          </ac:spMkLst>
        </pc:spChg>
        <pc:spChg chg="mod">
          <ac:chgData name="Sivani Challa" userId="b7aba7850f583140" providerId="LiveId" clId="{F011CCF1-B13C-41B0-B5B5-FDD71405C85D}" dt="2026-09-07T14:46:01.815" v="2317" actId="27636"/>
          <ac:spMkLst>
            <pc:docMk/>
            <pc:sldMk cId="3470889333" sldId="272"/>
            <ac:spMk id="3" creationId="{D3D0D548-B791-870D-F925-0E66056A6215}"/>
          </ac:spMkLst>
        </pc:spChg>
        <pc:picChg chg="add mod">
          <ac:chgData name="Sivani Challa" userId="b7aba7850f583140" providerId="LiveId" clId="{F011CCF1-B13C-41B0-B5B5-FDD71405C85D}" dt="2026-09-07T14:34:56.633" v="2244" actId="1076"/>
          <ac:picMkLst>
            <pc:docMk/>
            <pc:sldMk cId="3470889333" sldId="272"/>
            <ac:picMk id="5" creationId="{A0E2296F-1CB5-0AAF-19C1-B070144EB88B}"/>
          </ac:picMkLst>
        </pc:picChg>
        <pc:picChg chg="add mod">
          <ac:chgData name="Sivani Challa" userId="b7aba7850f583140" providerId="LiveId" clId="{F011CCF1-B13C-41B0-B5B5-FDD71405C85D}" dt="2026-09-07T14:36:39.145" v="2250" actId="14100"/>
          <ac:picMkLst>
            <pc:docMk/>
            <pc:sldMk cId="3470889333" sldId="272"/>
            <ac:picMk id="7" creationId="{C7952A05-3A3D-D9CF-E8CD-9AE1D54FA664}"/>
          </ac:picMkLst>
        </pc:picChg>
        <pc:picChg chg="add mod">
          <ac:chgData name="Sivani Challa" userId="b7aba7850f583140" providerId="LiveId" clId="{F011CCF1-B13C-41B0-B5B5-FDD71405C85D}" dt="2026-09-07T17:20:37.456" v="2920" actId="14100"/>
          <ac:picMkLst>
            <pc:docMk/>
            <pc:sldMk cId="3470889333" sldId="272"/>
            <ac:picMk id="9" creationId="{4BDF049E-AB34-FB8E-14A1-6F0204793444}"/>
          </ac:picMkLst>
        </pc:picChg>
        <pc:picChg chg="add mod">
          <ac:chgData name="Sivani Challa" userId="b7aba7850f583140" providerId="LiveId" clId="{F011CCF1-B13C-41B0-B5B5-FDD71405C85D}" dt="2026-09-07T14:42:09.329" v="2257" actId="1076"/>
          <ac:picMkLst>
            <pc:docMk/>
            <pc:sldMk cId="3470889333" sldId="272"/>
            <ac:picMk id="11" creationId="{CC43C62B-E678-41B2-A32F-7EECE29323A3}"/>
          </ac:picMkLst>
        </pc:picChg>
        <pc:cxnChg chg="add mod">
          <ac:chgData name="Sivani Challa" userId="b7aba7850f583140" providerId="LiveId" clId="{F011CCF1-B13C-41B0-B5B5-FDD71405C85D}" dt="2026-09-07T14:46:30.335" v="2320" actId="13822"/>
          <ac:cxnSpMkLst>
            <pc:docMk/>
            <pc:sldMk cId="3470889333" sldId="272"/>
            <ac:cxnSpMk id="13" creationId="{D86F3497-8370-0863-0539-3753FA741D5B}"/>
          </ac:cxnSpMkLst>
        </pc:cxnChg>
      </pc:sldChg>
      <pc:sldChg chg="addSp modSp new mod">
        <pc:chgData name="Sivani Challa" userId="b7aba7850f583140" providerId="LiveId" clId="{F011CCF1-B13C-41B0-B5B5-FDD71405C85D}" dt="2026-09-07T17:36:16.610" v="3071" actId="1076"/>
        <pc:sldMkLst>
          <pc:docMk/>
          <pc:sldMk cId="3888622499" sldId="273"/>
        </pc:sldMkLst>
        <pc:spChg chg="mod">
          <ac:chgData name="Sivani Challa" userId="b7aba7850f583140" providerId="LiveId" clId="{F011CCF1-B13C-41B0-B5B5-FDD71405C85D}" dt="2026-09-07T14:47:39.330" v="2339" actId="1076"/>
          <ac:spMkLst>
            <pc:docMk/>
            <pc:sldMk cId="3888622499" sldId="273"/>
            <ac:spMk id="2" creationId="{3BE7659B-876E-C7A2-E864-4F230FA8C8E7}"/>
          </ac:spMkLst>
        </pc:spChg>
        <pc:spChg chg="mod">
          <ac:chgData name="Sivani Challa" userId="b7aba7850f583140" providerId="LiveId" clId="{F011CCF1-B13C-41B0-B5B5-FDD71405C85D}" dt="2026-09-07T14:54:37.653" v="2375" actId="20577"/>
          <ac:spMkLst>
            <pc:docMk/>
            <pc:sldMk cId="3888622499" sldId="273"/>
            <ac:spMk id="3" creationId="{6B0C05DF-A1E1-8BAE-AF99-3F210D25835B}"/>
          </ac:spMkLst>
        </pc:spChg>
        <pc:picChg chg="add mod">
          <ac:chgData name="Sivani Challa" userId="b7aba7850f583140" providerId="LiveId" clId="{F011CCF1-B13C-41B0-B5B5-FDD71405C85D}" dt="2026-09-07T17:36:07.014" v="3068" actId="1076"/>
          <ac:picMkLst>
            <pc:docMk/>
            <pc:sldMk cId="3888622499" sldId="273"/>
            <ac:picMk id="5" creationId="{C1B911BC-7567-AEA1-86C1-A843686168C1}"/>
          </ac:picMkLst>
        </pc:picChg>
        <pc:picChg chg="add mod">
          <ac:chgData name="Sivani Challa" userId="b7aba7850f583140" providerId="LiveId" clId="{F011CCF1-B13C-41B0-B5B5-FDD71405C85D}" dt="2026-09-07T17:36:10.610" v="3069" actId="1076"/>
          <ac:picMkLst>
            <pc:docMk/>
            <pc:sldMk cId="3888622499" sldId="273"/>
            <ac:picMk id="7" creationId="{E1F7EFFB-7369-DB95-0A8F-B86A8C127FFE}"/>
          </ac:picMkLst>
        </pc:picChg>
        <pc:picChg chg="add mod">
          <ac:chgData name="Sivani Challa" userId="b7aba7850f583140" providerId="LiveId" clId="{F011CCF1-B13C-41B0-B5B5-FDD71405C85D}" dt="2026-09-07T17:36:14.501" v="3070" actId="1076"/>
          <ac:picMkLst>
            <pc:docMk/>
            <pc:sldMk cId="3888622499" sldId="273"/>
            <ac:picMk id="9" creationId="{4091C60F-D606-26F4-46C4-5833C3EFBD6F}"/>
          </ac:picMkLst>
        </pc:picChg>
        <pc:picChg chg="add mod">
          <ac:chgData name="Sivani Challa" userId="b7aba7850f583140" providerId="LiveId" clId="{F011CCF1-B13C-41B0-B5B5-FDD71405C85D}" dt="2026-09-07T17:36:16.610" v="3071" actId="1076"/>
          <ac:picMkLst>
            <pc:docMk/>
            <pc:sldMk cId="3888622499" sldId="273"/>
            <ac:picMk id="11" creationId="{864C1EB3-E638-3349-BA0F-BB3A284FD02C}"/>
          </ac:picMkLst>
        </pc:picChg>
        <pc:cxnChg chg="add mod">
          <ac:chgData name="Sivani Challa" userId="b7aba7850f583140" providerId="LiveId" clId="{F011CCF1-B13C-41B0-B5B5-FDD71405C85D}" dt="2026-09-07T15:15:28.336" v="2504" actId="13822"/>
          <ac:cxnSpMkLst>
            <pc:docMk/>
            <pc:sldMk cId="3888622499" sldId="273"/>
            <ac:cxnSpMk id="13" creationId="{A280EC31-F3F5-BECF-5C46-2008010AF8E7}"/>
          </ac:cxnSpMkLst>
        </pc:cxnChg>
      </pc:sldChg>
      <pc:sldChg chg="addSp modSp new mod">
        <pc:chgData name="Sivani Challa" userId="b7aba7850f583140" providerId="LiveId" clId="{F011CCF1-B13C-41B0-B5B5-FDD71405C85D}" dt="2026-09-07T15:15:45.002" v="2506" actId="13822"/>
        <pc:sldMkLst>
          <pc:docMk/>
          <pc:sldMk cId="837669724" sldId="274"/>
        </pc:sldMkLst>
        <pc:spChg chg="mod">
          <ac:chgData name="Sivani Challa" userId="b7aba7850f583140" providerId="LiveId" clId="{F011CCF1-B13C-41B0-B5B5-FDD71405C85D}" dt="2026-09-07T15:04:32.332" v="2381"/>
          <ac:spMkLst>
            <pc:docMk/>
            <pc:sldMk cId="837669724" sldId="274"/>
            <ac:spMk id="2" creationId="{18DF92B8-5379-4562-76EB-B7376402CAA2}"/>
          </ac:spMkLst>
        </pc:spChg>
        <pc:spChg chg="mod">
          <ac:chgData name="Sivani Challa" userId="b7aba7850f583140" providerId="LiveId" clId="{F011CCF1-B13C-41B0-B5B5-FDD71405C85D}" dt="2026-09-07T15:06:59.818" v="2407" actId="123"/>
          <ac:spMkLst>
            <pc:docMk/>
            <pc:sldMk cId="837669724" sldId="274"/>
            <ac:spMk id="3" creationId="{8A05C676-3B26-0434-9792-298FCC6CE542}"/>
          </ac:spMkLst>
        </pc:spChg>
        <pc:cxnChg chg="add mod">
          <ac:chgData name="Sivani Challa" userId="b7aba7850f583140" providerId="LiveId" clId="{F011CCF1-B13C-41B0-B5B5-FDD71405C85D}" dt="2026-09-07T15:15:45.002" v="2506" actId="13822"/>
          <ac:cxnSpMkLst>
            <pc:docMk/>
            <pc:sldMk cId="837669724" sldId="274"/>
            <ac:cxnSpMk id="5" creationId="{77D21E89-6A9D-95E6-89B1-FBA7C38F2E10}"/>
          </ac:cxnSpMkLst>
        </pc:cxnChg>
      </pc:sldChg>
      <pc:sldChg chg="addSp modSp new mod">
        <pc:chgData name="Sivani Challa" userId="b7aba7850f583140" providerId="LiveId" clId="{F011CCF1-B13C-41B0-B5B5-FDD71405C85D}" dt="2026-09-07T17:28:02.345" v="3036" actId="20577"/>
        <pc:sldMkLst>
          <pc:docMk/>
          <pc:sldMk cId="2047224593" sldId="275"/>
        </pc:sldMkLst>
        <pc:spChg chg="mod">
          <ac:chgData name="Sivani Challa" userId="b7aba7850f583140" providerId="LiveId" clId="{F011CCF1-B13C-41B0-B5B5-FDD71405C85D}" dt="2026-09-07T17:21:54.166" v="2923" actId="1076"/>
          <ac:spMkLst>
            <pc:docMk/>
            <pc:sldMk cId="2047224593" sldId="275"/>
            <ac:spMk id="2" creationId="{8C17A6B2-9665-A4FE-50FA-7D432C71466B}"/>
          </ac:spMkLst>
        </pc:spChg>
        <pc:spChg chg="mod">
          <ac:chgData name="Sivani Challa" userId="b7aba7850f583140" providerId="LiveId" clId="{F011CCF1-B13C-41B0-B5B5-FDD71405C85D}" dt="2026-09-07T17:27:47.182" v="3008" actId="20577"/>
          <ac:spMkLst>
            <pc:docMk/>
            <pc:sldMk cId="2047224593" sldId="275"/>
            <ac:spMk id="3" creationId="{C44AD19F-9A4B-ED65-B923-1632033BD884}"/>
          </ac:spMkLst>
        </pc:spChg>
        <pc:spChg chg="add mod">
          <ac:chgData name="Sivani Challa" userId="b7aba7850f583140" providerId="LiveId" clId="{F011CCF1-B13C-41B0-B5B5-FDD71405C85D}" dt="2026-09-07T17:28:02.345" v="3036" actId="20577"/>
          <ac:spMkLst>
            <pc:docMk/>
            <pc:sldMk cId="2047224593" sldId="275"/>
            <ac:spMk id="4" creationId="{5CAB9C30-ACCE-8418-E2E2-F34990799D05}"/>
          </ac:spMkLst>
        </pc:spChg>
      </pc:sldChg>
      <pc:sldChg chg="addSp modSp new mod">
        <pc:chgData name="Sivani Challa" userId="b7aba7850f583140" providerId="LiveId" clId="{F011CCF1-B13C-41B0-B5B5-FDD71405C85D}" dt="2026-09-07T17:24:12.248" v="2979" actId="20577"/>
        <pc:sldMkLst>
          <pc:docMk/>
          <pc:sldMk cId="369105309" sldId="276"/>
        </pc:sldMkLst>
        <pc:spChg chg="mod">
          <ac:chgData name="Sivani Challa" userId="b7aba7850f583140" providerId="LiveId" clId="{F011CCF1-B13C-41B0-B5B5-FDD71405C85D}" dt="2026-09-07T15:15:03.642" v="2502"/>
          <ac:spMkLst>
            <pc:docMk/>
            <pc:sldMk cId="369105309" sldId="276"/>
            <ac:spMk id="2" creationId="{F2ADD4D7-697E-1606-CC0C-4073517A3F9F}"/>
          </ac:spMkLst>
        </pc:spChg>
        <pc:spChg chg="mod">
          <ac:chgData name="Sivani Challa" userId="b7aba7850f583140" providerId="LiveId" clId="{F011CCF1-B13C-41B0-B5B5-FDD71405C85D}" dt="2026-09-07T17:24:12.248" v="2979" actId="20577"/>
          <ac:spMkLst>
            <pc:docMk/>
            <pc:sldMk cId="369105309" sldId="276"/>
            <ac:spMk id="3" creationId="{3E92791B-D5B4-A983-CE94-3127D97D1C4C}"/>
          </ac:spMkLst>
        </pc:spChg>
        <pc:cxnChg chg="add mod">
          <ac:chgData name="Sivani Challa" userId="b7aba7850f583140" providerId="LiveId" clId="{F011CCF1-B13C-41B0-B5B5-FDD71405C85D}" dt="2026-09-07T15:26:52.471" v="2665" actId="13822"/>
          <ac:cxnSpMkLst>
            <pc:docMk/>
            <pc:sldMk cId="369105309" sldId="276"/>
            <ac:cxnSpMk id="5" creationId="{D1FCB3E0-0FDF-A49B-E2E6-A32503C91D1E}"/>
          </ac:cxnSpMkLst>
        </pc:cxnChg>
      </pc:sldChg>
      <pc:sldChg chg="modSp new mod">
        <pc:chgData name="Sivani Challa" userId="b7aba7850f583140" providerId="LiveId" clId="{F011CCF1-B13C-41B0-B5B5-FDD71405C85D}" dt="2026-09-07T17:36:58.901" v="3072" actId="20577"/>
        <pc:sldMkLst>
          <pc:docMk/>
          <pc:sldMk cId="1910927684" sldId="277"/>
        </pc:sldMkLst>
        <pc:spChg chg="mod">
          <ac:chgData name="Sivani Challa" userId="b7aba7850f583140" providerId="LiveId" clId="{F011CCF1-B13C-41B0-B5B5-FDD71405C85D}" dt="2026-09-07T15:22:41.065" v="2625" actId="27636"/>
          <ac:spMkLst>
            <pc:docMk/>
            <pc:sldMk cId="1910927684" sldId="277"/>
            <ac:spMk id="2" creationId="{5A5CB954-18D3-3267-CB7C-39CE68C66D7F}"/>
          </ac:spMkLst>
        </pc:spChg>
        <pc:spChg chg="mod">
          <ac:chgData name="Sivani Challa" userId="b7aba7850f583140" providerId="LiveId" clId="{F011CCF1-B13C-41B0-B5B5-FDD71405C85D}" dt="2026-09-07T17:36:58.901" v="3072" actId="20577"/>
          <ac:spMkLst>
            <pc:docMk/>
            <pc:sldMk cId="1910927684" sldId="277"/>
            <ac:spMk id="3" creationId="{E30940DC-D091-78B1-0E5F-1BDF671F5C98}"/>
          </ac:spMkLst>
        </pc:spChg>
      </pc:sldChg>
      <pc:sldChg chg="addSp modSp new mod">
        <pc:chgData name="Sivani Challa" userId="b7aba7850f583140" providerId="LiveId" clId="{F011CCF1-B13C-41B0-B5B5-FDD71405C85D}" dt="2026-09-07T17:32:01.658" v="3065" actId="5793"/>
        <pc:sldMkLst>
          <pc:docMk/>
          <pc:sldMk cId="2216553935" sldId="278"/>
        </pc:sldMkLst>
        <pc:spChg chg="mod">
          <ac:chgData name="Sivani Challa" userId="b7aba7850f583140" providerId="LiveId" clId="{F011CCF1-B13C-41B0-B5B5-FDD71405C85D}" dt="2026-09-07T15:26:31.937" v="2663"/>
          <ac:spMkLst>
            <pc:docMk/>
            <pc:sldMk cId="2216553935" sldId="278"/>
            <ac:spMk id="2" creationId="{9E2F33EC-3EBE-73F8-D6AB-B69F3A9D7BA8}"/>
          </ac:spMkLst>
        </pc:spChg>
        <pc:spChg chg="mod">
          <ac:chgData name="Sivani Challa" userId="b7aba7850f583140" providerId="LiveId" clId="{F011CCF1-B13C-41B0-B5B5-FDD71405C85D}" dt="2026-09-07T17:28:55.863" v="3038" actId="14100"/>
          <ac:spMkLst>
            <pc:docMk/>
            <pc:sldMk cId="2216553935" sldId="278"/>
            <ac:spMk id="3" creationId="{9F700BEC-AF8F-D647-0A17-EDDFD8325AC7}"/>
          </ac:spMkLst>
        </pc:spChg>
        <pc:spChg chg="add mod">
          <ac:chgData name="Sivani Challa" userId="b7aba7850f583140" providerId="LiveId" clId="{F011CCF1-B13C-41B0-B5B5-FDD71405C85D}" dt="2026-09-07T17:32:01.658" v="3065" actId="5793"/>
          <ac:spMkLst>
            <pc:docMk/>
            <pc:sldMk cId="2216553935" sldId="278"/>
            <ac:spMk id="4" creationId="{EA6DDD68-4A87-275B-E599-18314F7287C2}"/>
          </ac:spMkLst>
        </pc:spChg>
        <pc:cxnChg chg="add mod">
          <ac:chgData name="Sivani Challa" userId="b7aba7850f583140" providerId="LiveId" clId="{F011CCF1-B13C-41B0-B5B5-FDD71405C85D}" dt="2026-09-07T15:29:40.568" v="2679" actId="13822"/>
          <ac:cxnSpMkLst>
            <pc:docMk/>
            <pc:sldMk cId="2216553935" sldId="278"/>
            <ac:cxnSpMk id="5" creationId="{C34FCA61-961E-F538-9DA2-B89A1C6F5036}"/>
          </ac:cxnSpMkLst>
        </pc:cxnChg>
      </pc:sldChg>
      <pc:sldChg chg="addSp modSp new mod">
        <pc:chgData name="Sivani Challa" userId="b7aba7850f583140" providerId="LiveId" clId="{F011CCF1-B13C-41B0-B5B5-FDD71405C85D}" dt="2026-09-07T15:55:06.662" v="2880" actId="13822"/>
        <pc:sldMkLst>
          <pc:docMk/>
          <pc:sldMk cId="1974941580" sldId="279"/>
        </pc:sldMkLst>
        <pc:spChg chg="mod">
          <ac:chgData name="Sivani Challa" userId="b7aba7850f583140" providerId="LiveId" clId="{F011CCF1-B13C-41B0-B5B5-FDD71405C85D}" dt="2026-09-07T15:42:58.215" v="2779" actId="1076"/>
          <ac:spMkLst>
            <pc:docMk/>
            <pc:sldMk cId="1974941580" sldId="279"/>
            <ac:spMk id="2" creationId="{461F27BD-CEC6-3869-2E25-84921D3BA827}"/>
          </ac:spMkLst>
        </pc:spChg>
        <pc:spChg chg="mod">
          <ac:chgData name="Sivani Challa" userId="b7aba7850f583140" providerId="LiveId" clId="{F011CCF1-B13C-41B0-B5B5-FDD71405C85D}" dt="2026-09-07T15:42:00.997" v="2773" actId="20577"/>
          <ac:spMkLst>
            <pc:docMk/>
            <pc:sldMk cId="1974941580" sldId="279"/>
            <ac:spMk id="3" creationId="{88409CC1-7225-24C8-FF02-89F70D2B237E}"/>
          </ac:spMkLst>
        </pc:spChg>
        <pc:picChg chg="add mod">
          <ac:chgData name="Sivani Challa" userId="b7aba7850f583140" providerId="LiveId" clId="{F011CCF1-B13C-41B0-B5B5-FDD71405C85D}" dt="2026-09-07T15:43:00.583" v="2780" actId="1076"/>
          <ac:picMkLst>
            <pc:docMk/>
            <pc:sldMk cId="1974941580" sldId="279"/>
            <ac:picMk id="5" creationId="{A55E58DA-38A3-F7B3-405E-C88564016392}"/>
          </ac:picMkLst>
        </pc:picChg>
        <pc:picChg chg="add mod">
          <ac:chgData name="Sivani Challa" userId="b7aba7850f583140" providerId="LiveId" clId="{F011CCF1-B13C-41B0-B5B5-FDD71405C85D}" dt="2026-09-07T15:43:39.309" v="2791" actId="1076"/>
          <ac:picMkLst>
            <pc:docMk/>
            <pc:sldMk cId="1974941580" sldId="279"/>
            <ac:picMk id="7" creationId="{8126FC2A-B764-45FB-E5C5-A6168F59AC77}"/>
          </ac:picMkLst>
        </pc:picChg>
        <pc:picChg chg="add mod">
          <ac:chgData name="Sivani Challa" userId="b7aba7850f583140" providerId="LiveId" clId="{F011CCF1-B13C-41B0-B5B5-FDD71405C85D}" dt="2026-09-07T15:43:04.560" v="2781" actId="1076"/>
          <ac:picMkLst>
            <pc:docMk/>
            <pc:sldMk cId="1974941580" sldId="279"/>
            <ac:picMk id="9" creationId="{C28DD966-C6EC-8B8F-EB56-D75889BBF165}"/>
          </ac:picMkLst>
        </pc:picChg>
        <pc:picChg chg="add mod">
          <ac:chgData name="Sivani Challa" userId="b7aba7850f583140" providerId="LiveId" clId="{F011CCF1-B13C-41B0-B5B5-FDD71405C85D}" dt="2026-09-07T15:43:37.302" v="2790" actId="1076"/>
          <ac:picMkLst>
            <pc:docMk/>
            <pc:sldMk cId="1974941580" sldId="279"/>
            <ac:picMk id="11" creationId="{6DA8DD8E-5577-79E4-D604-F63DDFB2AEE4}"/>
          </ac:picMkLst>
        </pc:picChg>
        <pc:picChg chg="add mod">
          <ac:chgData name="Sivani Challa" userId="b7aba7850f583140" providerId="LiveId" clId="{F011CCF1-B13C-41B0-B5B5-FDD71405C85D}" dt="2026-09-07T15:43:09.031" v="2782" actId="1076"/>
          <ac:picMkLst>
            <pc:docMk/>
            <pc:sldMk cId="1974941580" sldId="279"/>
            <ac:picMk id="13" creationId="{ED76C908-F07E-6633-4811-0E8A7242908E}"/>
          </ac:picMkLst>
        </pc:picChg>
        <pc:picChg chg="add mod">
          <ac:chgData name="Sivani Challa" userId="b7aba7850f583140" providerId="LiveId" clId="{F011CCF1-B13C-41B0-B5B5-FDD71405C85D}" dt="2026-09-07T15:43:35.305" v="2789" actId="1076"/>
          <ac:picMkLst>
            <pc:docMk/>
            <pc:sldMk cId="1974941580" sldId="279"/>
            <ac:picMk id="15" creationId="{F38ED890-425E-63EC-F108-1A99D077510B}"/>
          </ac:picMkLst>
        </pc:picChg>
        <pc:picChg chg="add mod">
          <ac:chgData name="Sivani Challa" userId="b7aba7850f583140" providerId="LiveId" clId="{F011CCF1-B13C-41B0-B5B5-FDD71405C85D}" dt="2026-09-07T15:43:13.042" v="2783" actId="1076"/>
          <ac:picMkLst>
            <pc:docMk/>
            <pc:sldMk cId="1974941580" sldId="279"/>
            <ac:picMk id="17" creationId="{A85DAFB5-3BF6-0547-AAFF-E224C21B781F}"/>
          </ac:picMkLst>
        </pc:picChg>
        <pc:picChg chg="add mod">
          <ac:chgData name="Sivani Challa" userId="b7aba7850f583140" providerId="LiveId" clId="{F011CCF1-B13C-41B0-B5B5-FDD71405C85D}" dt="2026-09-07T15:43:47.696" v="2792" actId="1076"/>
          <ac:picMkLst>
            <pc:docMk/>
            <pc:sldMk cId="1974941580" sldId="279"/>
            <ac:picMk id="19" creationId="{10D8BE39-276F-ECDC-0AB6-3BBB589849B2}"/>
          </ac:picMkLst>
        </pc:picChg>
        <pc:picChg chg="add mod">
          <ac:chgData name="Sivani Challa" userId="b7aba7850f583140" providerId="LiveId" clId="{F011CCF1-B13C-41B0-B5B5-FDD71405C85D}" dt="2026-09-07T15:43:23.058" v="2786" actId="1076"/>
          <ac:picMkLst>
            <pc:docMk/>
            <pc:sldMk cId="1974941580" sldId="279"/>
            <ac:picMk id="21" creationId="{CC044299-3FB6-3CA7-62EB-D8D0687BF440}"/>
          </ac:picMkLst>
        </pc:picChg>
        <pc:picChg chg="add mod">
          <ac:chgData name="Sivani Challa" userId="b7aba7850f583140" providerId="LiveId" clId="{F011CCF1-B13C-41B0-B5B5-FDD71405C85D}" dt="2026-09-07T15:44:34.430" v="2797" actId="14100"/>
          <ac:picMkLst>
            <pc:docMk/>
            <pc:sldMk cId="1974941580" sldId="279"/>
            <ac:picMk id="23" creationId="{8D3FD0C4-104F-2999-F869-A39CAC4D9E82}"/>
          </ac:picMkLst>
        </pc:picChg>
        <pc:cxnChg chg="add mod">
          <ac:chgData name="Sivani Challa" userId="b7aba7850f583140" providerId="LiveId" clId="{F011CCF1-B13C-41B0-B5B5-FDD71405C85D}" dt="2026-09-07T15:55:06.662" v="2880" actId="13822"/>
          <ac:cxnSpMkLst>
            <pc:docMk/>
            <pc:sldMk cId="1974941580" sldId="279"/>
            <ac:cxnSpMk id="25" creationId="{048EE71A-BDC7-7A50-5097-16C9E5290A05}"/>
          </ac:cxnSpMkLst>
        </pc:cxnChg>
      </pc:sldChg>
      <pc:sldChg chg="modSp new mod">
        <pc:chgData name="Sivani Challa" userId="b7aba7850f583140" providerId="LiveId" clId="{F011CCF1-B13C-41B0-B5B5-FDD71405C85D}" dt="2026-09-07T17:19:40.698" v="2918" actId="20577"/>
        <pc:sldMkLst>
          <pc:docMk/>
          <pc:sldMk cId="3980437723" sldId="280"/>
        </pc:sldMkLst>
        <pc:spChg chg="mod">
          <ac:chgData name="Sivani Challa" userId="b7aba7850f583140" providerId="LiveId" clId="{F011CCF1-B13C-41B0-B5B5-FDD71405C85D}" dt="2026-09-07T15:45:35.158" v="2801" actId="27636"/>
          <ac:spMkLst>
            <pc:docMk/>
            <pc:sldMk cId="3980437723" sldId="280"/>
            <ac:spMk id="2" creationId="{410DA41D-84A8-9064-A965-857B1A6345B4}"/>
          </ac:spMkLst>
        </pc:spChg>
        <pc:spChg chg="mod">
          <ac:chgData name="Sivani Challa" userId="b7aba7850f583140" providerId="LiveId" clId="{F011CCF1-B13C-41B0-B5B5-FDD71405C85D}" dt="2026-09-07T17:19:40.698" v="2918" actId="20577"/>
          <ac:spMkLst>
            <pc:docMk/>
            <pc:sldMk cId="3980437723" sldId="280"/>
            <ac:spMk id="3" creationId="{A6AC2B3A-CDD8-DF77-EBDD-D60A73957DE3}"/>
          </ac:spMkLst>
        </pc:spChg>
      </pc:sldChg>
      <pc:sldMasterChg chg="delSldLayout">
        <pc:chgData name="Sivani Challa" userId="b7aba7850f583140" providerId="LiveId" clId="{F011CCF1-B13C-41B0-B5B5-FDD71405C85D}" dt="2026-09-07T13:19:31.134" v="1797" actId="2696"/>
        <pc:sldMasterMkLst>
          <pc:docMk/>
          <pc:sldMasterMk cId="0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halla-sivani-487803372" TargetMode="External"/><Relationship Id="rId2" Type="http://schemas.openxmlformats.org/officeDocument/2006/relationships/hyperlink" Target="https://www.linkedin.com/in/rushika-nettem-b755062b0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github.com/sivanichalla12/Last-Mile-Delivery-Operations-Analytics.git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131111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079613" y="3678658"/>
            <a:ext cx="8303251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Last-Mile Delivery Operations Analytics</a:t>
            </a:r>
            <a:endParaRPr sz="28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30EFF-D62F-7B9C-B831-7DA4D7874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546"/>
            <a:ext cx="10515600" cy="998454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Meet the Team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4C746-9B39-2B05-6828-4442E3240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70000"/>
            <a:ext cx="5181600" cy="4906963"/>
          </a:xfrm>
        </p:spPr>
        <p:txBody>
          <a:bodyPr>
            <a:normAutofit fontScale="92500" lnSpcReduction="20000"/>
          </a:bodyPr>
          <a:lstStyle/>
          <a:p>
            <a:pPr marL="114300" indent="0" algn="just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LEADER </a:t>
            </a:r>
          </a:p>
          <a:p>
            <a:pPr marL="114300" indent="0" algn="just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NETTEM RUSHIKA</a:t>
            </a:r>
          </a:p>
          <a:p>
            <a:pPr marL="11430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B.Tech in Computer Science and Engineering</a:t>
            </a:r>
          </a:p>
          <a:p>
            <a:pPr marL="11430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 want to learn Data Science?:    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want to learn Data Science to improve my problem-solving skills, understand how data transforms into insights, and make better decisions for real-world challenges.</a:t>
            </a:r>
          </a:p>
          <a:p>
            <a:pPr marL="114300" indent="0" algn="just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Fresher</a:t>
            </a:r>
          </a:p>
          <a:p>
            <a:pPr marL="114300" indent="0" algn="just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https://www.linkedin.com/in/rushika-nettem-b755062b0/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A9EE0C-A01B-7FC7-2751-38A2BF29959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2200" y="1270000"/>
            <a:ext cx="5181600" cy="4906963"/>
          </a:xfrm>
        </p:spPr>
        <p:txBody>
          <a:bodyPr>
            <a:normAutofit fontScale="92500" lnSpcReduction="20000"/>
          </a:bodyPr>
          <a:lstStyle/>
          <a:p>
            <a:pPr marL="114300" indent="0" algn="just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</a:t>
            </a:r>
          </a:p>
          <a:p>
            <a:pPr marL="114300" indent="0" algn="just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SIVANI CHALLA</a:t>
            </a:r>
          </a:p>
          <a:p>
            <a:pPr marL="114300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B.Tech in Computer Science and Engineering</a:t>
            </a:r>
          </a:p>
          <a:p>
            <a:pPr marL="11430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 want to learn Data Science?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want to learn Data Science to build strong analytical skills, work with real-world data, and solve business problems using data-driven Insights and machine learning.</a:t>
            </a:r>
          </a:p>
          <a:p>
            <a:pPr marL="114300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Fresher</a:t>
            </a:r>
          </a:p>
          <a:p>
            <a:pPr marL="114300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 :  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https://www.linkedin.com/in/challa-sivani-487803372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https://github.com/sivanichalla12/Last-Mile-Delivery-Operations-Analytics.git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704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334297" y="18250"/>
            <a:ext cx="1139027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Table of contents</a:t>
            </a:r>
            <a:endParaRPr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1022554" y="1493134"/>
            <a:ext cx="10177925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71634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Project Overview</a:t>
            </a:r>
            <a:b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22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Business Scenario</a:t>
            </a:r>
            <a:b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22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Business Objectives</a:t>
            </a:r>
            <a:b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22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Dataset &amp; Database Overview</a:t>
            </a:r>
            <a:b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22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ER Diagram &amp; Database Structure</a:t>
            </a:r>
            <a:b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22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Analysis of the Objectives</a:t>
            </a:r>
            <a:b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22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Overall Key Findings</a:t>
            </a:r>
            <a:b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22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Business Recommendations</a:t>
            </a:r>
            <a:b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22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Conclusion</a:t>
            </a:r>
            <a:b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22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Q&amp;A</a:t>
            </a:r>
            <a:endParaRPr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06CAC3C-4960-6BE7-4C01-9A2C27CC8809}"/>
              </a:ext>
            </a:extLst>
          </p:cNvPr>
          <p:cNvCxnSpPr>
            <a:cxnSpLocks/>
          </p:cNvCxnSpPr>
          <p:nvPr/>
        </p:nvCxnSpPr>
        <p:spPr>
          <a:xfrm>
            <a:off x="678426" y="1343950"/>
            <a:ext cx="1004856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337F9-F8FD-C1B2-F252-AAECF8B68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72C1E-6756-6F73-6DDE-222A8917D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0960" y="1690688"/>
            <a:ext cx="10022840" cy="457168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analyzes last-mile delivery operations using MySQL to    transform   operational data into actionable insights.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covers customers, orders, deliveries, drivers, and vehicles.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focuses on delivery demand, customer behaviour, delivery performance, and resource utilization.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SQL-based analysis is used to identify delivery patterns, performance gaps, and operational problems.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insights support data-driven decisions to improve delivery efficiency and service quality.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C6DDA60-1A5C-2338-E0A3-EF54E4C5F982}"/>
              </a:ext>
            </a:extLst>
          </p:cNvPr>
          <p:cNvCxnSpPr/>
          <p:nvPr/>
        </p:nvCxnSpPr>
        <p:spPr>
          <a:xfrm>
            <a:off x="965200" y="1605280"/>
            <a:ext cx="1050544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5466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381F1-7D67-49AE-A009-B28FEF4A5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60" y="1825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Business Scenario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EB3E6-A930-2B91-5898-F10F6CBD6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70006"/>
            <a:ext cx="10515600" cy="3608610"/>
          </a:xfrm>
        </p:spPr>
        <p:txBody>
          <a:bodyPr>
            <a:normAutofit fontScale="925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QuickRoute Logistics manages last-mile deliveries across multiple delivery zones.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order volumes increase, the Operations team needs better visibility into delivery demand and operational performance.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company needs to understand customer ordering behaviour and demand across zones and service types.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team also needs to evaluate delivery performance, driver and vehicle utilization, and delivery problems.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analysis helps convert operational data into insights for better delivery efficiency and service quality.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1C0A97-C177-FFA0-1DA0-B1E3785EB3B4}"/>
              </a:ext>
            </a:extLst>
          </p:cNvPr>
          <p:cNvCxnSpPr/>
          <p:nvPr/>
        </p:nvCxnSpPr>
        <p:spPr>
          <a:xfrm>
            <a:off x="548640" y="1168400"/>
            <a:ext cx="1080516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D90239E-5AD2-A69C-47B7-743EBA8A7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878618"/>
            <a:ext cx="11065199" cy="134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542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F1217-A2D1-087D-6DA4-B275474B4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3936"/>
            <a:ext cx="10515600" cy="90900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60838-36AE-5EEB-C8BD-323238BF1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1360" y="1148080"/>
            <a:ext cx="5892800" cy="502888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Delivery Demand</a:t>
            </a:r>
          </a:p>
          <a:p>
            <a:pPr marL="114300" indent="0">
              <a:buNone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Understand Customer Ordering Behaviour</a:t>
            </a:r>
          </a:p>
          <a:p>
            <a:pPr marL="114300" indent="0">
              <a:buNone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Evaluate Delivery Performance</a:t>
            </a:r>
          </a:p>
          <a:p>
            <a:pPr marL="114300" indent="0">
              <a:buNone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Measure Driver and Vehicle Performance</a:t>
            </a:r>
          </a:p>
          <a:p>
            <a:pPr marL="114300" indent="0">
              <a:buNone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Identify Delivery Problems</a:t>
            </a:r>
          </a:p>
          <a:p>
            <a:pPr marL="114300" indent="0">
              <a:buNone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Generate Data-Driven Insights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267B8D0-41C8-91D3-94F2-44CAA7712F0A}"/>
              </a:ext>
            </a:extLst>
          </p:cNvPr>
          <p:cNvSpPr/>
          <p:nvPr/>
        </p:nvSpPr>
        <p:spPr>
          <a:xfrm>
            <a:off x="841971" y="1280038"/>
            <a:ext cx="421640" cy="4165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C1E8989-969F-D69A-BB8C-56D43131DFD3}"/>
              </a:ext>
            </a:extLst>
          </p:cNvPr>
          <p:cNvSpPr/>
          <p:nvPr/>
        </p:nvSpPr>
        <p:spPr>
          <a:xfrm>
            <a:off x="841971" y="2114485"/>
            <a:ext cx="421640" cy="4165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D385A93-3D78-29D5-B5DA-FB36461C37E8}"/>
              </a:ext>
            </a:extLst>
          </p:cNvPr>
          <p:cNvSpPr/>
          <p:nvPr/>
        </p:nvSpPr>
        <p:spPr>
          <a:xfrm>
            <a:off x="841971" y="2953804"/>
            <a:ext cx="421640" cy="47986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1ED285F-F90D-0E22-AB72-F3BE27342E4D}"/>
              </a:ext>
            </a:extLst>
          </p:cNvPr>
          <p:cNvSpPr/>
          <p:nvPr/>
        </p:nvSpPr>
        <p:spPr>
          <a:xfrm>
            <a:off x="841971" y="3804754"/>
            <a:ext cx="421640" cy="47986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EDEC99B-3B2F-5C61-D2A6-930A36D23805}"/>
              </a:ext>
            </a:extLst>
          </p:cNvPr>
          <p:cNvSpPr/>
          <p:nvPr/>
        </p:nvSpPr>
        <p:spPr>
          <a:xfrm>
            <a:off x="865978" y="4687388"/>
            <a:ext cx="421640" cy="4165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F3D6C6-A297-B530-E5DF-7D8F75AB1F31}"/>
              </a:ext>
            </a:extLst>
          </p:cNvPr>
          <p:cNvSpPr/>
          <p:nvPr/>
        </p:nvSpPr>
        <p:spPr>
          <a:xfrm>
            <a:off x="865978" y="5563339"/>
            <a:ext cx="421640" cy="4165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F4A4AF-3FFA-9C3C-AA4F-960E0EFD7F11}"/>
              </a:ext>
            </a:extLst>
          </p:cNvPr>
          <p:cNvSpPr txBox="1"/>
          <p:nvPr/>
        </p:nvSpPr>
        <p:spPr>
          <a:xfrm>
            <a:off x="6878320" y="1232366"/>
            <a:ext cx="5019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-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zones, service types, priority levels, and time periods.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E38C7E-A3D3-02B9-4334-EB4D8BEEEA56}"/>
              </a:ext>
            </a:extLst>
          </p:cNvPr>
          <p:cNvSpPr txBox="1"/>
          <p:nvPr/>
        </p:nvSpPr>
        <p:spPr>
          <a:xfrm>
            <a:off x="6878320" y="2114485"/>
            <a:ext cx="5019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-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order frequency, order value, customer types, and zones</a:t>
            </a:r>
            <a:r>
              <a:rPr lang="en-US" sz="1600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03FC91-22AC-FA0F-7F0C-A2387290B8D2}"/>
              </a:ext>
            </a:extLst>
          </p:cNvPr>
          <p:cNvSpPr txBox="1"/>
          <p:nvPr/>
        </p:nvSpPr>
        <p:spPr>
          <a:xfrm>
            <a:off x="6878320" y="3010019"/>
            <a:ext cx="5019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-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delivery status, duration, zones, and service types.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D7D8AC-D23E-2D3F-56E0-26F5FE2AAC96}"/>
              </a:ext>
            </a:extLst>
          </p:cNvPr>
          <p:cNvSpPr txBox="1"/>
          <p:nvPr/>
        </p:nvSpPr>
        <p:spPr>
          <a:xfrm>
            <a:off x="6909619" y="3905553"/>
            <a:ext cx="4947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by analyzing workload, delivery outcomes, duration, and vehicle usage.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B78F0F-E2C6-0320-DE39-AA0A92D8683F}"/>
              </a:ext>
            </a:extLst>
          </p:cNvPr>
          <p:cNvSpPr txBox="1"/>
          <p:nvPr/>
        </p:nvSpPr>
        <p:spPr>
          <a:xfrm>
            <a:off x="6913880" y="4708784"/>
            <a:ext cx="4861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-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as multiple attempts, failed deliveries, and problem-prone zones.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BC06F9-D409-4B5E-DF85-ED3562322BEA}"/>
              </a:ext>
            </a:extLst>
          </p:cNvPr>
          <p:cNvSpPr txBox="1"/>
          <p:nvPr/>
        </p:nvSpPr>
        <p:spPr>
          <a:xfrm>
            <a:off x="6913880" y="5501640"/>
            <a:ext cx="4947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-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better operational decisions and   improve delivery efficiency.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D57ECA-F4F4-8223-AF10-C7C22A2F86D5}"/>
              </a:ext>
            </a:extLst>
          </p:cNvPr>
          <p:cNvCxnSpPr>
            <a:cxnSpLocks/>
          </p:cNvCxnSpPr>
          <p:nvPr/>
        </p:nvCxnSpPr>
        <p:spPr>
          <a:xfrm>
            <a:off x="721360" y="934720"/>
            <a:ext cx="1105408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047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03C99-DD9E-E897-ED08-D49A5B92E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2062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Dataset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&amp; Database Overview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08729-1F92-4F3B-48E2-04FDE3AF5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864" y="5791200"/>
            <a:ext cx="7273413" cy="316097"/>
          </a:xfrm>
        </p:spPr>
        <p:txBody>
          <a:bodyPr>
            <a:normAutofit fontScale="25000" lnSpcReduction="20000"/>
          </a:bodyPr>
          <a:lstStyle/>
          <a:p>
            <a:pPr marL="114300" indent="0">
              <a:buNone/>
            </a:pPr>
            <a:r>
              <a:rPr lang="en-US" dirty="0"/>
              <a:t> </a:t>
            </a:r>
          </a:p>
          <a:p>
            <a:pPr marL="114300" indent="0">
              <a:buNone/>
            </a:pPr>
            <a:r>
              <a:rPr lang="en-US" dirty="0"/>
              <a:t>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574A324-70D4-E978-D136-A7102D30DC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699397"/>
              </p:ext>
            </p:extLst>
          </p:nvPr>
        </p:nvGraphicFramePr>
        <p:xfrm>
          <a:off x="838199" y="1681593"/>
          <a:ext cx="7273413" cy="33640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5001">
                  <a:extLst>
                    <a:ext uri="{9D8B030D-6E8A-4147-A177-3AD203B41FA5}">
                      <a16:colId xmlns:a16="http://schemas.microsoft.com/office/drawing/2014/main" val="1865243354"/>
                    </a:ext>
                  </a:extLst>
                </a:gridCol>
                <a:gridCol w="3864077">
                  <a:extLst>
                    <a:ext uri="{9D8B030D-6E8A-4147-A177-3AD203B41FA5}">
                      <a16:colId xmlns:a16="http://schemas.microsoft.com/office/drawing/2014/main" val="1392659349"/>
                    </a:ext>
                  </a:extLst>
                </a:gridCol>
                <a:gridCol w="1504335">
                  <a:extLst>
                    <a:ext uri="{9D8B030D-6E8A-4147-A177-3AD203B41FA5}">
                      <a16:colId xmlns:a16="http://schemas.microsoft.com/office/drawing/2014/main" val="1751629194"/>
                    </a:ext>
                  </a:extLst>
                </a:gridCol>
              </a:tblGrid>
              <a:tr h="5899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</a:t>
                      </a:r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</a:t>
                      </a:r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 </a:t>
                      </a:r>
                      <a: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</a:t>
                      </a:r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Rows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267796"/>
                  </a:ext>
                </a:extLst>
              </a:tr>
              <a:tr h="6029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Customers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Customer information and category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313858"/>
                  </a:ext>
                </a:extLst>
              </a:tr>
              <a:tr h="5801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Orders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Order details, value, service and priority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335553"/>
                  </a:ext>
                </a:extLst>
              </a:tr>
              <a:tr h="5801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Deliveries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Delivery status, duration and attempts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417068"/>
                  </a:ext>
                </a:extLst>
              </a:tr>
              <a:tr h="5055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Drivers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Driver information and availability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577692"/>
                  </a:ext>
                </a:extLst>
              </a:tr>
              <a:tr h="5055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Vehicles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Vehicle details and capacity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430784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D63134-7026-8B98-BE50-1E4662282822}"/>
              </a:ext>
            </a:extLst>
          </p:cNvPr>
          <p:cNvCxnSpPr/>
          <p:nvPr/>
        </p:nvCxnSpPr>
        <p:spPr>
          <a:xfrm>
            <a:off x="838199" y="1307690"/>
            <a:ext cx="1051805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C911EB-2099-F1E0-9F4D-F463464DFA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323409"/>
              </p:ext>
            </p:extLst>
          </p:nvPr>
        </p:nvGraphicFramePr>
        <p:xfrm>
          <a:off x="8495071" y="1657351"/>
          <a:ext cx="3264309" cy="1629696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264309">
                  <a:extLst>
                    <a:ext uri="{9D8B030D-6E8A-4147-A177-3AD203B41FA5}">
                      <a16:colId xmlns:a16="http://schemas.microsoft.com/office/drawing/2014/main" val="1280528658"/>
                    </a:ext>
                  </a:extLst>
                </a:gridCol>
              </a:tblGrid>
              <a:tr h="1629696">
                <a:tc>
                  <a:txBody>
                    <a:bodyPr/>
                    <a:lstStyle/>
                    <a:p>
                      <a:pPr algn="just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Observation</a:t>
                      </a:r>
                      <a:r>
                        <a:rPr lang="en-US" sz="180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just" fontAlgn="b">
                        <a:buNone/>
                      </a:pPr>
                      <a:b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dataset contains 3,500 delivery records for 3,000 orders, indicating that some orders may have multiple delivery records.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19892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1D92AD-E7B1-1A9D-6A8F-3DFECF1ED2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308619"/>
              </p:ext>
            </p:extLst>
          </p:nvPr>
        </p:nvGraphicFramePr>
        <p:xfrm>
          <a:off x="8504903" y="3607210"/>
          <a:ext cx="3283974" cy="176022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283974">
                  <a:extLst>
                    <a:ext uri="{9D8B030D-6E8A-4147-A177-3AD203B41FA5}">
                      <a16:colId xmlns:a16="http://schemas.microsoft.com/office/drawing/2014/main" val="3760412688"/>
                    </a:ext>
                  </a:extLst>
                </a:gridCol>
              </a:tblGrid>
              <a:tr h="1438480">
                <a:tc>
                  <a:txBody>
                    <a:bodyPr/>
                    <a:lstStyle/>
                    <a:p>
                      <a:pPr algn="just" fontAlgn="b">
                        <a:buNone/>
                      </a:pPr>
                      <a:endParaRPr lang="en-US" sz="2000" b="1" u="none" strike="noStrike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just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</a:t>
                      </a:r>
                    </a:p>
                    <a:p>
                      <a:pPr algn="just" fontAlgn="b">
                        <a:buNone/>
                      </a:pPr>
                      <a:b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five tables are connected through IDs, enabling analysis across customers, orders, deliveries, drivers, and vehicles</a:t>
                      </a:r>
                      <a:r>
                        <a:rPr lang="en-US" sz="1600" u="none" strike="noStrike" dirty="0">
                          <a:effectLst/>
                        </a:rPr>
                        <a:t>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997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5808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A53EB-D397-112D-600E-FC52C8D79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742" y="0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ER Diagram &amp; Database Structure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67DA0-C3C1-82B0-32C6-E8EE756E8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0439" y="1610183"/>
            <a:ext cx="4542503" cy="4682462"/>
          </a:xfrm>
        </p:spPr>
        <p:txBody>
          <a:bodyPr>
            <a:normAutofit fontScale="62500" lnSpcReduction="20000"/>
          </a:bodyPr>
          <a:lstStyle/>
          <a:p>
            <a:pPr marL="114300" indent="0" algn="just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Tables:</a:t>
            </a:r>
          </a:p>
          <a:p>
            <a:pPr marL="114300" indent="0" algn="just"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| Orders | Deliveries | Drivers | Vehicles</a:t>
            </a:r>
          </a:p>
          <a:p>
            <a:pPr marL="114300" indent="0" algn="just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Relationships:</a:t>
            </a:r>
          </a:p>
          <a:p>
            <a:pPr marL="11430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→ Orders → Deliveries← Drivers &amp; Vehicles</a:t>
            </a:r>
          </a:p>
          <a:p>
            <a:pPr marL="114300" indent="0" algn="just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Keys:</a:t>
            </a:r>
          </a:p>
          <a:p>
            <a:pPr marL="11430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customer_id, order_id, delivery_id, driver_id, vehicle_id</a:t>
            </a:r>
          </a:p>
          <a:p>
            <a:pPr marL="114300" indent="0" algn="just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Keys:</a:t>
            </a:r>
          </a:p>
          <a:p>
            <a:pPr marL="11430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customer_id, order_id, driver_id, vehicle_id</a:t>
            </a:r>
          </a:p>
          <a:p>
            <a:pPr marL="114300" indent="0" algn="just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Finding:</a:t>
            </a:r>
          </a:p>
          <a:p>
            <a:pPr marL="11430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connected tables enable complete analysis of customer orders and delivery operations.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B08F61-9696-DD2F-7B28-F1A89524B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1325563"/>
            <a:ext cx="6715431" cy="4840415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B0D7AC-9B23-2317-A9E9-E31BC8DE422A}"/>
              </a:ext>
            </a:extLst>
          </p:cNvPr>
          <p:cNvCxnSpPr>
            <a:cxnSpLocks/>
          </p:cNvCxnSpPr>
          <p:nvPr/>
        </p:nvCxnSpPr>
        <p:spPr>
          <a:xfrm>
            <a:off x="462116" y="1042219"/>
            <a:ext cx="11275142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720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F27BD-CEC6-3869-2E25-84921D3BA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730" y="224840"/>
            <a:ext cx="10515600" cy="993715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Basic Analysis : SQL Check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09CC1-7225-24C8-FF02-89F70D2B2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53800" y="5476567"/>
            <a:ext cx="336754" cy="700395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5E58DA-38A3-F7B3-405E-C88564016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730" y="1487107"/>
            <a:ext cx="5955890" cy="7003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26FC2A-B764-45FB-E5C5-A6168F59A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840" y="1524505"/>
            <a:ext cx="2664542" cy="6629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8DD966-C6EC-8B8F-EB56-D75889BBF1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2283449"/>
            <a:ext cx="5955890" cy="7003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A8DD8E-5577-79E4-D604-F63DDFB2AE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1840" y="2216710"/>
            <a:ext cx="2664542" cy="6629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76C908-F07E-6633-4811-0E8A724290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709" y="3005764"/>
            <a:ext cx="5702869" cy="70039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8ED890-425E-63EC-F108-1A99D07751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1840" y="2933035"/>
            <a:ext cx="2424881" cy="66299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85DAFB5-3BF6-0547-AAFF-E224C21B78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199" y="3737626"/>
            <a:ext cx="5624211" cy="64592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0D8BE39-276F-ECDC-0AB6-3BBB589849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00666" y="3651684"/>
            <a:ext cx="1962765" cy="125740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C044299-3FB6-3CA7-62EB-D8D0687BF4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199" y="4447294"/>
            <a:ext cx="5624211" cy="92359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D3FD0C4-104F-2999-F869-A39CAC4D9E8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00665" y="4954912"/>
            <a:ext cx="1667799" cy="923599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48EE71A-BDC7-7A50-5097-16C9E5290A05}"/>
              </a:ext>
            </a:extLst>
          </p:cNvPr>
          <p:cNvCxnSpPr/>
          <p:nvPr/>
        </p:nvCxnSpPr>
        <p:spPr>
          <a:xfrm>
            <a:off x="688258" y="1111045"/>
            <a:ext cx="1083514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941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DA41D-84A8-9064-A965-857B1A634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656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C2B3A-CDD8-DF77-EBDD-D60A73957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81782"/>
            <a:ext cx="10515600" cy="5695181"/>
          </a:xfrm>
        </p:spPr>
        <p:txBody>
          <a:bodyPr>
            <a:normAutofit lnSpcReduction="10000"/>
          </a:bodyPr>
          <a:lstStyle/>
          <a:p>
            <a:pPr marL="11430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Analysis 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the total number of customers, orders, and deliveries.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available service types and vehicle types.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active drivers and basic order metrics such as total order value and average package weight.</a:t>
            </a:r>
          </a:p>
          <a:p>
            <a:pPr marL="114300" indent="0" algn="just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contains data across customers, orders, deliveries, drivers, and vehicles.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basic checks confirmed that the data is ready for further business and operational analysis.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 :</a:t>
            </a:r>
          </a:p>
          <a:p>
            <a:pPr marL="11430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SQL analysis provides an overall understanding of the dataset and establishes a foundation for detailed objective-based analysis.</a:t>
            </a:r>
          </a:p>
        </p:txBody>
      </p:sp>
    </p:spTree>
    <p:extLst>
      <p:ext uri="{BB962C8B-B14F-4D97-AF65-F5344CB8AC3E}">
        <p14:creationId xmlns:p14="http://schemas.microsoft.com/office/powerpoint/2010/main" val="3980437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851C3-AFC4-B6F1-CF6D-C69EE459A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380" y="12443"/>
            <a:ext cx="11533239" cy="1337188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Analysis of Objectives : Delivery Demand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D4849-2935-8FDA-3C19-9BA3AD2CA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61005" y="1661651"/>
            <a:ext cx="4301613" cy="4515311"/>
          </a:xfrm>
        </p:spPr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Analysis: </a:t>
            </a:r>
          </a:p>
          <a:p>
            <a:pPr marL="11430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orders by zone, service &amp; priority with value and trend comparison.</a:t>
            </a:r>
          </a:p>
          <a:p>
            <a:pPr marL="11430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pPr marL="11430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varies by zone &amp; service; Few zones contribute max value.</a:t>
            </a:r>
          </a:p>
          <a:p>
            <a:pPr marL="11430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 </a:t>
            </a:r>
          </a:p>
          <a:p>
            <a:pPr marL="11430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high-demand zones to optimize delivery resources.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7E6DFB-E1F1-D021-4B4E-958C9B95B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24" y="1785794"/>
            <a:ext cx="4435224" cy="14551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907965-1DF3-ED61-FD54-7B709BAF2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947" y="1490826"/>
            <a:ext cx="1844200" cy="20451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3AE97-E7F4-D005-1326-5AD251CBA3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950" y="4087574"/>
            <a:ext cx="4524573" cy="14551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88FD83-966A-9FFB-43F6-2F2A086214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0050" y="4087574"/>
            <a:ext cx="1806097" cy="1797034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CCCDFDE-D71C-DE26-104D-5BADDFB334CF}"/>
              </a:ext>
            </a:extLst>
          </p:cNvPr>
          <p:cNvCxnSpPr>
            <a:cxnSpLocks/>
          </p:cNvCxnSpPr>
          <p:nvPr/>
        </p:nvCxnSpPr>
        <p:spPr>
          <a:xfrm>
            <a:off x="457199" y="1160206"/>
            <a:ext cx="112776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44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15AE5-ADD6-F7A8-A1D7-01FAF4166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129" y="137653"/>
            <a:ext cx="11611897" cy="145517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Analysis of Objectives : Customer Order        Behaviour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2CD11-20FC-0BB1-42D7-2FA31C68E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69857" y="2054942"/>
            <a:ext cx="5896895" cy="3824747"/>
          </a:xfrm>
        </p:spPr>
        <p:txBody>
          <a:bodyPr>
            <a:normAutofit lnSpcReduction="10000"/>
          </a:bodyPr>
          <a:lstStyle/>
          <a:p>
            <a:pPr marL="114300" indent="0" algn="just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Analysis: </a:t>
            </a:r>
          </a:p>
          <a:p>
            <a:pPr marL="11430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&amp; value analyzed by customer type, zone &amp; time slot.</a:t>
            </a:r>
          </a:p>
          <a:p>
            <a:pPr marL="114300" indent="0" algn="just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pPr marL="11430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Ordering differs by customers; Few customers drive max orders &amp; value; Activity varies by zone.</a:t>
            </a:r>
          </a:p>
          <a:p>
            <a:pPr marL="114300" indent="0" algn="just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 </a:t>
            </a:r>
          </a:p>
          <a:p>
            <a:pPr marL="11430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frequent &amp; high-value customers to improve retention.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CA7662-EDEA-ED4B-2885-0EF15891C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48" y="1843502"/>
            <a:ext cx="5159476" cy="12831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BCEDE0-7642-B6E0-DB9D-FE457D2A8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81" y="3227293"/>
            <a:ext cx="2789162" cy="335309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1D53D9-9956-46D6-A8C8-F7975C16FD9B}"/>
              </a:ext>
            </a:extLst>
          </p:cNvPr>
          <p:cNvCxnSpPr>
            <a:cxnSpLocks/>
          </p:cNvCxnSpPr>
          <p:nvPr/>
        </p:nvCxnSpPr>
        <p:spPr>
          <a:xfrm>
            <a:off x="344129" y="1592826"/>
            <a:ext cx="1142262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1212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2DF11-1ECF-A399-B783-787D9A634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61" y="137653"/>
            <a:ext cx="11415252" cy="1101212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Analysis of Objectives : Delivery  Performance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C0944-89C4-B2F7-1A7D-15A944DD9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61587" y="1641987"/>
            <a:ext cx="5365955" cy="407286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Analysis: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 analyzed by status, duration &amp; delivery attempts across zones &amp; service types.</a:t>
            </a: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 &amp; duration vary by zone; Failed deliveries need attention.</a:t>
            </a: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 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outcomes helps improve efficiency &amp; customer service.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044459-EFDD-F649-4941-4D8EE969E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65" y="1363509"/>
            <a:ext cx="4975122" cy="11012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3C4542-96BF-F27E-A92D-17C6535DD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65" y="2437966"/>
            <a:ext cx="2745658" cy="11012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7ADFD5-946F-822A-1393-73FAFA225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530" y="3690577"/>
            <a:ext cx="5372566" cy="12345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6C89CD-CA91-B6C9-DECF-0016B83CED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068" y="4925124"/>
            <a:ext cx="2525745" cy="1688842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4C1D55E-C872-F3A0-1198-65D8292EDA35}"/>
              </a:ext>
            </a:extLst>
          </p:cNvPr>
          <p:cNvCxnSpPr/>
          <p:nvPr/>
        </p:nvCxnSpPr>
        <p:spPr>
          <a:xfrm>
            <a:off x="353961" y="1120877"/>
            <a:ext cx="1130709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4163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19112-EBE5-1802-B929-D75D0D8E2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71" y="256970"/>
            <a:ext cx="11287432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Analysis of Objectives : Driver &amp; Vehicle Performance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0D548-B791-870D-F925-0E66056A6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2812" y="1825625"/>
            <a:ext cx="5070987" cy="4351338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Analysis: 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workload, vehicle usage &amp; delivery duration compared.</a:t>
            </a:r>
          </a:p>
          <a:p>
            <a:pPr marL="11430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 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Workload uneven among drivers; Vehicle utilization varies; Performance differs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workload.</a:t>
            </a:r>
          </a:p>
          <a:p>
            <a:pPr marL="11430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workload &amp; outcome data to optimize resource allocation.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E2296F-1CB5-0AAF-19C1-B070144EB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45" y="1825625"/>
            <a:ext cx="4955458" cy="10059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952A05-3A3D-D9CF-E8CD-9AE1D54FA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70" y="2831552"/>
            <a:ext cx="3028335" cy="12783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DF049E-AB34-FB8E-14A1-6F0204793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45" y="4242945"/>
            <a:ext cx="4807974" cy="10059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43C62B-E678-41B2-A32F-7EECE29323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270" y="5248873"/>
            <a:ext cx="2697928" cy="146316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6F3497-8370-0863-0539-3753FA741D5B}"/>
              </a:ext>
            </a:extLst>
          </p:cNvPr>
          <p:cNvCxnSpPr>
            <a:cxnSpLocks/>
          </p:cNvCxnSpPr>
          <p:nvPr/>
        </p:nvCxnSpPr>
        <p:spPr>
          <a:xfrm>
            <a:off x="570270" y="1582533"/>
            <a:ext cx="1104162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0889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7659B-876E-C7A2-E864-4F230FA8C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5173"/>
            <a:ext cx="10744200" cy="991727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Analysis of Objectives : Delivery Problems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0C05DF-A1E1-8BAE-AF99-3F210D258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60026" y="1602386"/>
            <a:ext cx="5493774" cy="4574577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Analysis: 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Failed, pending &amp; rescheduled deliveries with multiple attempts analyzed by zone &amp; service.</a:t>
            </a:r>
          </a:p>
          <a:p>
            <a:pPr marL="11430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attempts increase effort; Failures indicate service issues; Few zones need monitoring.</a:t>
            </a:r>
          </a:p>
          <a:p>
            <a:pPr marL="11430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Fixing recurring issues reduces effort &amp; improves success rate.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B911BC-7567-AEA1-86C1-A84368616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27" y="1475701"/>
            <a:ext cx="4653824" cy="9048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F7EFFB-7369-DB95-0A8F-B86A8C127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27" y="2531916"/>
            <a:ext cx="2017875" cy="8535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91C60F-D606-26F4-46C4-5833C3EFB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311013"/>
            <a:ext cx="5034116" cy="13292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4C1EB3-E638-3349-BA0F-BB3A284FD0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752421"/>
            <a:ext cx="3264310" cy="1920406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80EC31-F3F5-BECF-5C46-2008010AF8E7}"/>
              </a:ext>
            </a:extLst>
          </p:cNvPr>
          <p:cNvCxnSpPr/>
          <p:nvPr/>
        </p:nvCxnSpPr>
        <p:spPr>
          <a:xfrm>
            <a:off x="609600" y="1176900"/>
            <a:ext cx="1082531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8622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F92B8-5379-4562-76EB-B7376402C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Overall Key Findings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5C676-3B26-0434-9792-298FCC6CE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demand varies across zones, with differences in service types and priority levels.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activity is uneven, with some customers contributing more orders and higher order value.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performance varies across operations, with differences in status, duration, and repeated attempts.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and vehicle workloads are not uniform, highlighting opportunities for better resource allocation.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Failed, pending, rescheduled, and multiple-attempt deliveries indicate areas that need operational attention.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7D21E89-6A9D-95E6-89B1-FBA7C38F2E10}"/>
              </a:ext>
            </a:extLst>
          </p:cNvPr>
          <p:cNvCxnSpPr/>
          <p:nvPr/>
        </p:nvCxnSpPr>
        <p:spPr>
          <a:xfrm>
            <a:off x="838200" y="1582994"/>
            <a:ext cx="105156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7669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7A6B2-9665-A4FE-50FA-7D432C714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819" y="1239734"/>
            <a:ext cx="4272116" cy="570271"/>
          </a:xfrm>
        </p:spPr>
        <p:txBody>
          <a:bodyPr>
            <a:normAutofit fontScale="90000"/>
          </a:bodyPr>
          <a:lstStyle/>
          <a:p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Finding :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4AD19F-9A4B-ED65-B923-1632033BD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9819" y="1810005"/>
            <a:ext cx="10306665" cy="1274865"/>
          </a:xfrm>
        </p:spPr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analysis revealed important patterns in demand, customer behaviour, delivery performance, resource utilization, and operational problems, supporting data- driven improvements in last-mile delivery operations.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AB9C30-ACCE-8418-E2E2-F34990799D05}"/>
              </a:ext>
            </a:extLst>
          </p:cNvPr>
          <p:cNvSpPr txBox="1"/>
          <p:nvPr/>
        </p:nvSpPr>
        <p:spPr>
          <a:xfrm>
            <a:off x="889819" y="3429000"/>
            <a:ext cx="1042711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Insight :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 analysis transformed operational data into actionable insights for improving delivery efficiency, resource utilization, and customer service.</a:t>
            </a:r>
          </a:p>
        </p:txBody>
      </p:sp>
    </p:spTree>
    <p:extLst>
      <p:ext uri="{BB962C8B-B14F-4D97-AF65-F5344CB8AC3E}">
        <p14:creationId xmlns:p14="http://schemas.microsoft.com/office/powerpoint/2010/main" val="2047224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DD4D7-697E-1606-CC0C-4073517A3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Business Recommendations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92791B-D5B4-A983-CE94-3127D97D1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resources by zone :</a:t>
            </a:r>
          </a:p>
          <a:p>
            <a:pPr marL="11430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 drivers and vehicles according to delivery demand across high-volume   zones.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delivery performance :</a:t>
            </a:r>
          </a:p>
          <a:p>
            <a:pPr marL="11430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zones and service types with longer delivery durations or poorer outcomes.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repeated delivery attempts :</a:t>
            </a:r>
          </a:p>
          <a:p>
            <a:pPr marL="11430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Investigate the causes of multiple attempts to reduce operational effort and delays.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driver and vehicle workload :</a:t>
            </a:r>
          </a:p>
          <a:p>
            <a:pPr marL="11430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Use workload and performance analysis to distribute deliveries more effectively.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1FCB3E0-0FDF-A49B-E2E6-A32503C91D1E}"/>
              </a:ext>
            </a:extLst>
          </p:cNvPr>
          <p:cNvCxnSpPr/>
          <p:nvPr/>
        </p:nvCxnSpPr>
        <p:spPr>
          <a:xfrm>
            <a:off x="838200" y="1533832"/>
            <a:ext cx="104394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105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CB954-18D3-3267-CB7C-39CE68C66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34643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940DC-D091-78B1-0E5F-1BDF671F5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14400"/>
            <a:ext cx="10515600" cy="526256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delivery problems regularly :</a:t>
            </a:r>
          </a:p>
          <a:p>
            <a:pPr marL="11430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 failed, pending, and rescheduled deliveries to identify recurring operational   issues.</a:t>
            </a:r>
          </a:p>
          <a:p>
            <a:pPr marL="114300" indent="0" algn="just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customer retention :</a:t>
            </a:r>
          </a:p>
          <a:p>
            <a:pPr marL="11430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frequent and high-value customers and use their ordering behaviour to improve service.</a:t>
            </a:r>
          </a:p>
          <a:p>
            <a:pPr marL="11430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Recommendation :</a:t>
            </a:r>
          </a:p>
          <a:p>
            <a:pPr marL="11430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SQL- driven insights for continuous monitoring and data-based decision-making to improve delivery efficiency, resource utilization, and customer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1910927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F33EC-3EBE-73F8-D6AB-B69F3A9D7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Conclusion</a:t>
            </a:r>
            <a:r>
              <a:rPr lang="en-IN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00BEC-AF8F-D647-0A17-EDDFD8325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3729" y="1956619"/>
            <a:ext cx="9783097" cy="4220344"/>
          </a:xfrm>
        </p:spPr>
        <p:txBody>
          <a:bodyPr/>
          <a:lstStyle/>
          <a:p>
            <a:pPr marL="114300" indent="0" algn="just">
              <a:buNone/>
            </a:pPr>
            <a:r>
              <a:rPr lang="en-US" dirty="0"/>
              <a:t>		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4FCA61-961E-F538-9DA2-B89A1C6F5036}"/>
              </a:ext>
            </a:extLst>
          </p:cNvPr>
          <p:cNvCxnSpPr>
            <a:cxnSpLocks/>
          </p:cNvCxnSpPr>
          <p:nvPr/>
        </p:nvCxnSpPr>
        <p:spPr>
          <a:xfrm flipV="1">
            <a:off x="953729" y="1612490"/>
            <a:ext cx="9920748" cy="7819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A6DDD68-4A87-275B-E599-18314F7287C2}"/>
              </a:ext>
            </a:extLst>
          </p:cNvPr>
          <p:cNvSpPr txBox="1"/>
          <p:nvPr/>
        </p:nvSpPr>
        <p:spPr>
          <a:xfrm>
            <a:off x="1337187" y="1991202"/>
            <a:ext cx="9537289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used MySQL and SQL analysis to understand last-mile delivery operations.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provided insights into delivery demand, customer behaviour, delivery performance, and resource utilization.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delivery problems and performance gaps helps the Operations team focus on areas requiring improvement.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demonstrates how data-driven insights can support better operational decisions and improve delivery efficiency.</a:t>
            </a:r>
          </a:p>
        </p:txBody>
      </p:sp>
    </p:spTree>
    <p:extLst>
      <p:ext uri="{BB962C8B-B14F-4D97-AF65-F5344CB8AC3E}">
        <p14:creationId xmlns:p14="http://schemas.microsoft.com/office/powerpoint/2010/main" val="22165539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</TotalTime>
  <Words>1376</Words>
  <Application>Microsoft Office PowerPoint</Application>
  <PresentationFormat>Widescreen</PresentationFormat>
  <Paragraphs>207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Times New Roman</vt:lpstr>
      <vt:lpstr>Libre Baskerville</vt:lpstr>
      <vt:lpstr>Arial</vt:lpstr>
      <vt:lpstr>Calibri</vt:lpstr>
      <vt:lpstr>Wingdings</vt:lpstr>
      <vt:lpstr>Aptos Narrow</vt:lpstr>
      <vt:lpstr>Office Theme</vt:lpstr>
      <vt:lpstr>PowerPoint Presentation</vt:lpstr>
      <vt:lpstr>Meet the Team</vt:lpstr>
      <vt:lpstr>  Table of contents</vt:lpstr>
      <vt:lpstr>Project Overview </vt:lpstr>
      <vt:lpstr>Business Scenario</vt:lpstr>
      <vt:lpstr>Business Objective</vt:lpstr>
      <vt:lpstr>Dataset &amp; Database Overview</vt:lpstr>
      <vt:lpstr>ER Diagram &amp; Database Structure</vt:lpstr>
      <vt:lpstr>Basic Analysis : SQL Check</vt:lpstr>
      <vt:lpstr> </vt:lpstr>
      <vt:lpstr>Analysis of Objectives : Delivery Demand</vt:lpstr>
      <vt:lpstr>Analysis of Objectives : Customer Order        Behaviour</vt:lpstr>
      <vt:lpstr>Analysis of Objectives : Delivery  Performance</vt:lpstr>
      <vt:lpstr>Analysis of Objectives : Driver &amp; Vehicle Performance</vt:lpstr>
      <vt:lpstr>Analysis of Objectives : Delivery Problems</vt:lpstr>
      <vt:lpstr>Overall Key Findings</vt:lpstr>
      <vt:lpstr> Overall Finding : </vt:lpstr>
      <vt:lpstr>Business Recommendations</vt:lpstr>
      <vt:lpstr> </vt:lpstr>
      <vt:lpstr>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Sivani Challa</cp:lastModifiedBy>
  <cp:revision>1</cp:revision>
  <dcterms:created xsi:type="dcterms:W3CDTF">2021-02-16T05:19:01Z</dcterms:created>
  <dcterms:modified xsi:type="dcterms:W3CDTF">2026-09-09T10:23:15Z</dcterms:modified>
</cp:coreProperties>
</file>